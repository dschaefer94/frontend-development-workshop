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34166" y="3239135"/>
            <a:ext cx="956772" cy="825500"/>
          </a:xfrm>
          <a:custGeom>
            <a:avLst/>
            <a:gdLst/>
            <a:ahLst/>
            <a:cxnLst/>
            <a:rect l="0" t="0" r="0" b="0"/>
            <a:pathLst>
              <a:path w="956772" h="825500">
                <a:moveTo>
                  <a:pt x="5732" y="428636"/>
                </a:moveTo>
                <a:cubicBezTo>
                  <a:pt x="0" y="418803"/>
                  <a:pt x="0" y="406696"/>
                  <a:pt x="5732" y="396863"/>
                </a:cubicBezTo>
                <a:lnTo>
                  <a:pt x="228149" y="15886"/>
                </a:lnTo>
                <a:cubicBezTo>
                  <a:pt x="233891" y="6053"/>
                  <a:pt x="244494" y="0"/>
                  <a:pt x="255969" y="0"/>
                </a:cubicBezTo>
                <a:lnTo>
                  <a:pt x="700803" y="0"/>
                </a:lnTo>
                <a:cubicBezTo>
                  <a:pt x="712278" y="0"/>
                  <a:pt x="722881" y="6053"/>
                  <a:pt x="728622" y="15886"/>
                </a:cubicBezTo>
                <a:lnTo>
                  <a:pt x="951040" y="396863"/>
                </a:lnTo>
                <a:cubicBezTo>
                  <a:pt x="956772" y="406696"/>
                  <a:pt x="956772" y="418803"/>
                  <a:pt x="951040" y="428636"/>
                </a:cubicBezTo>
                <a:lnTo>
                  <a:pt x="728622" y="809613"/>
                </a:lnTo>
                <a:cubicBezTo>
                  <a:pt x="722881" y="819446"/>
                  <a:pt x="712278" y="825500"/>
                  <a:pt x="700803" y="825500"/>
                </a:cubicBezTo>
                <a:lnTo>
                  <a:pt x="255969" y="825500"/>
                </a:lnTo>
                <a:cubicBezTo>
                  <a:pt x="244494" y="825500"/>
                  <a:pt x="233891" y="819446"/>
                  <a:pt x="228149" y="809613"/>
                </a:cubicBezTo>
                <a:lnTo>
                  <a:pt x="5732" y="428636"/>
                </a:lnTo>
              </a:path>
            </a:pathLst>
          </a:custGeom>
          <a:solidFill>
            <a:srgbClr val="6942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4163" y="3239135"/>
            <a:ext cx="956780" cy="825500"/>
          </a:xfrm>
          <a:custGeom>
            <a:avLst/>
            <a:gdLst/>
            <a:ahLst/>
            <a:cxnLst/>
            <a:rect l="0" t="0" r="0" b="0"/>
            <a:pathLst>
              <a:path w="956780" h="825500">
                <a:moveTo>
                  <a:pt x="5739" y="428637"/>
                </a:moveTo>
                <a:cubicBezTo>
                  <a:pt x="0" y="418806"/>
                  <a:pt x="0" y="406693"/>
                  <a:pt x="5739" y="396863"/>
                </a:cubicBezTo>
                <a:lnTo>
                  <a:pt x="228152" y="15887"/>
                </a:lnTo>
                <a:cubicBezTo>
                  <a:pt x="233891" y="6056"/>
                  <a:pt x="244498" y="0"/>
                  <a:pt x="255976" y="0"/>
                </a:cubicBezTo>
                <a:lnTo>
                  <a:pt x="700803" y="0"/>
                </a:lnTo>
                <a:cubicBezTo>
                  <a:pt x="712281" y="0"/>
                  <a:pt x="722888" y="6056"/>
                  <a:pt x="728627" y="15887"/>
                </a:cubicBezTo>
                <a:lnTo>
                  <a:pt x="951041" y="396862"/>
                </a:lnTo>
                <a:cubicBezTo>
                  <a:pt x="956780" y="406693"/>
                  <a:pt x="956780" y="418806"/>
                  <a:pt x="951041" y="428636"/>
                </a:cubicBezTo>
                <a:lnTo>
                  <a:pt x="728627" y="809612"/>
                </a:lnTo>
                <a:cubicBezTo>
                  <a:pt x="722888" y="819443"/>
                  <a:pt x="712281" y="825500"/>
                  <a:pt x="700803" y="825500"/>
                </a:cubicBezTo>
                <a:lnTo>
                  <a:pt x="255976" y="825500"/>
                </a:lnTo>
                <a:cubicBezTo>
                  <a:pt x="244498" y="825500"/>
                  <a:pt x="233891" y="819443"/>
                  <a:pt x="228152" y="809612"/>
                </a:cubicBezTo>
                <a:lnTo>
                  <a:pt x="5739" y="428637"/>
                </a:lnTo>
                <a:close/>
              </a:path>
            </a:pathLst>
          </a:custGeom>
          <a:noFill/>
          <a:ln w="13758">
            <a:solidFill>
              <a:srgbClr val="F366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39608" y="3172801"/>
            <a:ext cx="904289" cy="901005"/>
          </a:xfrm>
          <a:custGeom>
            <a:avLst/>
            <a:gdLst/>
            <a:ahLst/>
            <a:cxnLst/>
            <a:rect l="0" t="0" r="0" b="0"/>
            <a:pathLst>
              <a:path w="904289" h="901005">
                <a:moveTo>
                  <a:pt x="433396" y="8511"/>
                </a:moveTo>
                <a:cubicBezTo>
                  <a:pt x="444577" y="0"/>
                  <a:pt x="459711" y="0"/>
                  <a:pt x="470892" y="8511"/>
                </a:cubicBezTo>
                <a:lnTo>
                  <a:pt x="888430" y="326320"/>
                </a:lnTo>
                <a:cubicBezTo>
                  <a:pt x="899611" y="334831"/>
                  <a:pt x="904289" y="349911"/>
                  <a:pt x="900024" y="363678"/>
                </a:cubicBezTo>
                <a:lnTo>
                  <a:pt x="740537" y="877919"/>
                </a:lnTo>
                <a:cubicBezTo>
                  <a:pt x="736263" y="891686"/>
                  <a:pt x="724018" y="901005"/>
                  <a:pt x="710195" y="901005"/>
                </a:cubicBezTo>
                <a:lnTo>
                  <a:pt x="194093" y="901005"/>
                </a:lnTo>
                <a:cubicBezTo>
                  <a:pt x="180270" y="901005"/>
                  <a:pt x="168025" y="891686"/>
                  <a:pt x="163751" y="877919"/>
                </a:cubicBezTo>
                <a:lnTo>
                  <a:pt x="4265" y="363678"/>
                </a:lnTo>
                <a:cubicBezTo>
                  <a:pt x="0" y="349911"/>
                  <a:pt x="4677" y="334831"/>
                  <a:pt x="15858" y="326320"/>
                </a:cubicBezTo>
                <a:lnTo>
                  <a:pt x="433396" y="8511"/>
                </a:lnTo>
              </a:path>
            </a:pathLst>
          </a:custGeom>
          <a:solidFill>
            <a:srgbClr val="6840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39607" y="3172802"/>
            <a:ext cx="904291" cy="901004"/>
          </a:xfrm>
          <a:custGeom>
            <a:avLst/>
            <a:gdLst/>
            <a:ahLst/>
            <a:cxnLst/>
            <a:rect l="0" t="0" r="0" b="0"/>
            <a:pathLst>
              <a:path w="904291" h="901004">
                <a:moveTo>
                  <a:pt x="433396" y="8509"/>
                </a:moveTo>
                <a:cubicBezTo>
                  <a:pt x="444576" y="0"/>
                  <a:pt x="459714" y="0"/>
                  <a:pt x="470894" y="8509"/>
                </a:cubicBezTo>
                <a:lnTo>
                  <a:pt x="888434" y="326321"/>
                </a:lnTo>
                <a:cubicBezTo>
                  <a:pt x="899613" y="334831"/>
                  <a:pt x="904291" y="349913"/>
                  <a:pt x="900021" y="363682"/>
                </a:cubicBezTo>
                <a:lnTo>
                  <a:pt x="740534" y="877914"/>
                </a:lnTo>
                <a:cubicBezTo>
                  <a:pt x="736265" y="891683"/>
                  <a:pt x="724017" y="901004"/>
                  <a:pt x="710199" y="901004"/>
                </a:cubicBezTo>
                <a:lnTo>
                  <a:pt x="194091" y="901004"/>
                </a:lnTo>
                <a:cubicBezTo>
                  <a:pt x="180273" y="901004"/>
                  <a:pt x="168025" y="891683"/>
                  <a:pt x="163756" y="877914"/>
                </a:cubicBezTo>
                <a:lnTo>
                  <a:pt x="4269" y="363682"/>
                </a:lnTo>
                <a:cubicBezTo>
                  <a:pt x="0" y="349914"/>
                  <a:pt x="4677" y="334831"/>
                  <a:pt x="15856" y="326321"/>
                </a:cubicBezTo>
                <a:lnTo>
                  <a:pt x="433396" y="8509"/>
                </a:lnTo>
                <a:close/>
              </a:path>
            </a:pathLst>
          </a:custGeom>
          <a:noFill/>
          <a:ln w="13758">
            <a:solidFill>
              <a:srgbClr val="FB676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1514" y="3284996"/>
            <a:ext cx="788811" cy="788811"/>
          </a:xfrm>
          <a:custGeom>
            <a:avLst/>
            <a:gdLst/>
            <a:ahLst/>
            <a:cxnLst/>
            <a:rect l="0" t="0" r="0" b="0"/>
            <a:pathLst>
              <a:path w="788811" h="788811">
                <a:moveTo>
                  <a:pt x="0" y="37560"/>
                </a:moveTo>
                <a:cubicBezTo>
                  <a:pt x="0" y="16812"/>
                  <a:pt x="16812" y="0"/>
                  <a:pt x="37560" y="0"/>
                </a:cubicBezTo>
                <a:lnTo>
                  <a:pt x="751250" y="0"/>
                </a:lnTo>
                <a:cubicBezTo>
                  <a:pt x="771989" y="0"/>
                  <a:pt x="788811" y="16812"/>
                  <a:pt x="788811" y="37560"/>
                </a:cubicBezTo>
                <a:lnTo>
                  <a:pt x="788811" y="751250"/>
                </a:lnTo>
                <a:cubicBezTo>
                  <a:pt x="788811" y="771989"/>
                  <a:pt x="771989" y="788811"/>
                  <a:pt x="751250" y="788811"/>
                </a:cubicBezTo>
                <a:lnTo>
                  <a:pt x="37560" y="788811"/>
                </a:lnTo>
                <a:cubicBezTo>
                  <a:pt x="16812" y="788811"/>
                  <a:pt x="0" y="771989"/>
                  <a:pt x="0" y="751250"/>
                </a:cubicBezTo>
                <a:lnTo>
                  <a:pt x="0" y="37560"/>
                </a:lnTo>
              </a:path>
            </a:pathLst>
          </a:custGeom>
          <a:solidFill>
            <a:srgbClr val="5C49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1514" y="3284996"/>
            <a:ext cx="788811" cy="788811"/>
          </a:xfrm>
          <a:custGeom>
            <a:avLst/>
            <a:gdLst/>
            <a:ahLst/>
            <a:cxnLst/>
            <a:rect l="0" t="0" r="0" b="0"/>
            <a:pathLst>
              <a:path w="788811" h="788811">
                <a:moveTo>
                  <a:pt x="0" y="37562"/>
                </a:moveTo>
                <a:cubicBezTo>
                  <a:pt x="0" y="16817"/>
                  <a:pt x="16817" y="0"/>
                  <a:pt x="37562" y="0"/>
                </a:cubicBezTo>
                <a:lnTo>
                  <a:pt x="751249" y="0"/>
                </a:lnTo>
                <a:cubicBezTo>
                  <a:pt x="771993" y="0"/>
                  <a:pt x="788811" y="16817"/>
                  <a:pt x="788811" y="37562"/>
                </a:cubicBezTo>
                <a:lnTo>
                  <a:pt x="788811" y="751249"/>
                </a:lnTo>
                <a:cubicBezTo>
                  <a:pt x="788811" y="771993"/>
                  <a:pt x="771993" y="788811"/>
                  <a:pt x="751249" y="788811"/>
                </a:cubicBezTo>
                <a:lnTo>
                  <a:pt x="37562" y="788811"/>
                </a:lnTo>
                <a:cubicBezTo>
                  <a:pt x="16817" y="788811"/>
                  <a:pt x="0" y="771993"/>
                  <a:pt x="0" y="751249"/>
                </a:cubicBezTo>
                <a:lnTo>
                  <a:pt x="0" y="37562"/>
                </a:lnTo>
                <a:close/>
              </a:path>
            </a:pathLst>
          </a:custGeom>
          <a:noFill/>
          <a:ln w="13758">
            <a:solidFill>
              <a:srgbClr val="F794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07726" y="3204583"/>
            <a:ext cx="974787" cy="850879"/>
          </a:xfrm>
          <a:custGeom>
            <a:avLst/>
            <a:gdLst/>
            <a:ahLst/>
            <a:cxnLst/>
            <a:rect l="0" t="0" r="0" b="0"/>
            <a:pathLst>
              <a:path w="974787" h="850879">
                <a:moveTo>
                  <a:pt x="451144" y="28131"/>
                </a:moveTo>
                <a:cubicBezTo>
                  <a:pt x="467251" y="0"/>
                  <a:pt x="507535" y="0"/>
                  <a:pt x="523642" y="28131"/>
                </a:cubicBezTo>
                <a:lnTo>
                  <a:pt x="958680" y="787591"/>
                </a:lnTo>
                <a:cubicBezTo>
                  <a:pt x="974787" y="815722"/>
                  <a:pt x="954654" y="850879"/>
                  <a:pt x="922422" y="850879"/>
                </a:cubicBezTo>
                <a:lnTo>
                  <a:pt x="52364" y="850879"/>
                </a:lnTo>
                <a:cubicBezTo>
                  <a:pt x="20133" y="850879"/>
                  <a:pt x="0" y="815722"/>
                  <a:pt x="16106" y="787591"/>
                </a:cubicBezTo>
                <a:lnTo>
                  <a:pt x="451144" y="28131"/>
                </a:lnTo>
              </a:path>
            </a:pathLst>
          </a:custGeom>
          <a:solidFill>
            <a:srgbClr val="5450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7722" y="3204586"/>
            <a:ext cx="974794" cy="850876"/>
          </a:xfrm>
          <a:custGeom>
            <a:avLst/>
            <a:gdLst/>
            <a:ahLst/>
            <a:cxnLst/>
            <a:rect l="0" t="0" r="0" b="0"/>
            <a:pathLst>
              <a:path w="974794" h="850876">
                <a:moveTo>
                  <a:pt x="451144" y="28128"/>
                </a:moveTo>
                <a:cubicBezTo>
                  <a:pt x="467256" y="0"/>
                  <a:pt x="507537" y="0"/>
                  <a:pt x="523649" y="28128"/>
                </a:cubicBezTo>
                <a:lnTo>
                  <a:pt x="958681" y="787588"/>
                </a:lnTo>
                <a:cubicBezTo>
                  <a:pt x="974794" y="815716"/>
                  <a:pt x="954654" y="850876"/>
                  <a:pt x="922429" y="850876"/>
                </a:cubicBezTo>
                <a:lnTo>
                  <a:pt x="52365" y="850876"/>
                </a:lnTo>
                <a:cubicBezTo>
                  <a:pt x="20140" y="850876"/>
                  <a:pt x="0" y="815716"/>
                  <a:pt x="16112" y="787588"/>
                </a:cubicBezTo>
                <a:lnTo>
                  <a:pt x="451144" y="28128"/>
                </a:lnTo>
                <a:close/>
              </a:path>
            </a:pathLst>
          </a:custGeom>
          <a:noFill/>
          <a:ln w="13758">
            <a:solidFill>
              <a:srgbClr val="FFE71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6452934" y="4170115"/>
            <a:ext cx="119238" cy="536574"/>
            <a:chOff x="5168547" y="3746852"/>
            <a:chExt cx="119238" cy="536574"/>
          </a:xfrm>
        </p:grpSpPr>
        <p:sp>
          <p:nvSpPr>
            <p:cNvPr id="10" name="Rounded Rectangle 9"/>
            <p:cNvSpPr/>
            <p:nvPr/>
          </p:nvSpPr>
          <p:spPr>
            <a:xfrm>
              <a:off x="5228166" y="3751438"/>
              <a:ext cx="9172" cy="531988"/>
            </a:xfrm>
            <a:custGeom>
              <a:avLst/>
              <a:gdLst/>
              <a:ahLst/>
              <a:cxnLst/>
              <a:rect l="0" t="0" r="0" b="0"/>
              <a:pathLst>
                <a:path w="9172" h="531988">
                  <a:moveTo>
                    <a:pt x="0" y="531988"/>
                  </a:moveTo>
                  <a:lnTo>
                    <a:pt x="0" y="0"/>
                  </a:lnTo>
                </a:path>
              </a:pathLst>
            </a:custGeom>
            <a:noFill/>
            <a:ln w="13758">
              <a:solidFill>
                <a:srgbClr val="ABABA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168547" y="3746852"/>
              <a:ext cx="119238" cy="59619"/>
            </a:xfrm>
            <a:custGeom>
              <a:avLst/>
              <a:gdLst/>
              <a:ahLst/>
              <a:cxnLst/>
              <a:rect l="0" t="0" r="0" b="0"/>
              <a:pathLst>
                <a:path w="119238" h="59619">
                  <a:moveTo>
                    <a:pt x="119238" y="59619"/>
                  </a:moveTo>
                  <a:lnTo>
                    <a:pt x="59619" y="0"/>
                  </a:lnTo>
                  <a:lnTo>
                    <a:pt x="0" y="59619"/>
                  </a:lnTo>
                </a:path>
              </a:pathLst>
            </a:custGeom>
            <a:noFill/>
            <a:ln w="13758">
              <a:solidFill>
                <a:srgbClr val="ABABA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122961" y="2514529"/>
            <a:ext cx="119238" cy="536575"/>
            <a:chOff x="3838574" y="2091266"/>
            <a:chExt cx="119238" cy="536575"/>
          </a:xfrm>
        </p:grpSpPr>
        <p:sp>
          <p:nvSpPr>
            <p:cNvPr id="13" name="Rounded Rectangle 12"/>
            <p:cNvSpPr/>
            <p:nvPr/>
          </p:nvSpPr>
          <p:spPr>
            <a:xfrm>
              <a:off x="3898194" y="2091266"/>
              <a:ext cx="9172" cy="531988"/>
            </a:xfrm>
            <a:custGeom>
              <a:avLst/>
              <a:gdLst/>
              <a:ahLst/>
              <a:cxnLst/>
              <a:rect l="0" t="0" r="0" b="0"/>
              <a:pathLst>
                <a:path w="9172" h="531988">
                  <a:moveTo>
                    <a:pt x="0" y="0"/>
                  </a:moveTo>
                  <a:lnTo>
                    <a:pt x="0" y="531988"/>
                  </a:lnTo>
                </a:path>
              </a:pathLst>
            </a:custGeom>
            <a:noFill/>
            <a:ln w="13758">
              <a:solidFill>
                <a:srgbClr val="ABABA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838574" y="2568222"/>
              <a:ext cx="119238" cy="59619"/>
            </a:xfrm>
            <a:custGeom>
              <a:avLst/>
              <a:gdLst/>
              <a:ahLst/>
              <a:cxnLst/>
              <a:rect l="0" t="0" r="0" b="0"/>
              <a:pathLst>
                <a:path w="119238" h="59619">
                  <a:moveTo>
                    <a:pt x="0" y="0"/>
                  </a:moveTo>
                  <a:lnTo>
                    <a:pt x="59619" y="59619"/>
                  </a:lnTo>
                  <a:lnTo>
                    <a:pt x="119238" y="0"/>
                  </a:lnTo>
                </a:path>
              </a:pathLst>
            </a:custGeom>
            <a:noFill/>
            <a:ln w="13758">
              <a:solidFill>
                <a:srgbClr val="ABABA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756300" y="4179288"/>
            <a:ext cx="119238" cy="536574"/>
            <a:chOff x="2471913" y="3756025"/>
            <a:chExt cx="119238" cy="536574"/>
          </a:xfrm>
        </p:grpSpPr>
        <p:sp>
          <p:nvSpPr>
            <p:cNvPr id="16" name="Rounded Rectangle 15"/>
            <p:cNvSpPr/>
            <p:nvPr/>
          </p:nvSpPr>
          <p:spPr>
            <a:xfrm>
              <a:off x="2531533" y="3760611"/>
              <a:ext cx="9172" cy="531988"/>
            </a:xfrm>
            <a:custGeom>
              <a:avLst/>
              <a:gdLst/>
              <a:ahLst/>
              <a:cxnLst/>
              <a:rect l="0" t="0" r="0" b="0"/>
              <a:pathLst>
                <a:path w="9172" h="531988">
                  <a:moveTo>
                    <a:pt x="0" y="531988"/>
                  </a:moveTo>
                  <a:lnTo>
                    <a:pt x="0" y="0"/>
                  </a:lnTo>
                </a:path>
              </a:pathLst>
            </a:custGeom>
            <a:noFill/>
            <a:ln w="13758">
              <a:solidFill>
                <a:srgbClr val="ABABA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471913" y="3756025"/>
              <a:ext cx="119238" cy="59619"/>
            </a:xfrm>
            <a:custGeom>
              <a:avLst/>
              <a:gdLst/>
              <a:ahLst/>
              <a:cxnLst/>
              <a:rect l="0" t="0" r="0" b="0"/>
              <a:pathLst>
                <a:path w="119238" h="59619">
                  <a:moveTo>
                    <a:pt x="119238" y="59619"/>
                  </a:moveTo>
                  <a:lnTo>
                    <a:pt x="59619" y="0"/>
                  </a:lnTo>
                  <a:lnTo>
                    <a:pt x="0" y="59619"/>
                  </a:lnTo>
                </a:path>
              </a:pathLst>
            </a:custGeom>
            <a:noFill/>
            <a:ln w="13758">
              <a:solidFill>
                <a:srgbClr val="ABABA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435500" y="2514529"/>
            <a:ext cx="119238" cy="536575"/>
            <a:chOff x="1151113" y="2091266"/>
            <a:chExt cx="119238" cy="536575"/>
          </a:xfrm>
        </p:grpSpPr>
        <p:sp>
          <p:nvSpPr>
            <p:cNvPr id="19" name="Rounded Rectangle 18"/>
            <p:cNvSpPr/>
            <p:nvPr/>
          </p:nvSpPr>
          <p:spPr>
            <a:xfrm>
              <a:off x="1210733" y="2091266"/>
              <a:ext cx="9172" cy="531988"/>
            </a:xfrm>
            <a:custGeom>
              <a:avLst/>
              <a:gdLst/>
              <a:ahLst/>
              <a:cxnLst/>
              <a:rect l="0" t="0" r="0" b="0"/>
              <a:pathLst>
                <a:path w="9172" h="531988">
                  <a:moveTo>
                    <a:pt x="0" y="0"/>
                  </a:moveTo>
                  <a:lnTo>
                    <a:pt x="0" y="531988"/>
                  </a:lnTo>
                </a:path>
              </a:pathLst>
            </a:custGeom>
            <a:noFill/>
            <a:ln w="13758">
              <a:solidFill>
                <a:srgbClr val="ABABA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151113" y="2568222"/>
              <a:ext cx="119238" cy="59619"/>
            </a:xfrm>
            <a:custGeom>
              <a:avLst/>
              <a:gdLst/>
              <a:ahLst/>
              <a:cxnLst/>
              <a:rect l="0" t="0" r="0" b="0"/>
              <a:pathLst>
                <a:path w="119238" h="59619">
                  <a:moveTo>
                    <a:pt x="0" y="0"/>
                  </a:moveTo>
                  <a:lnTo>
                    <a:pt x="59619" y="59619"/>
                  </a:lnTo>
                  <a:lnTo>
                    <a:pt x="119238" y="0"/>
                  </a:lnTo>
                </a:path>
              </a:pathLst>
            </a:custGeom>
            <a:noFill/>
            <a:ln w="13758">
              <a:solidFill>
                <a:srgbClr val="ABABA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398400" y="915811"/>
            <a:ext cx="2265841" cy="2751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4F4F4"/>
                </a:solidFill>
                <a:latin typeface="Roboto"/>
              </a:rPr>
              <a:t>Frontend-Entwicklung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1195" y="1542274"/>
            <a:ext cx="987848" cy="22013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E711"/>
                </a:solidFill>
                <a:latin typeface="Roboto"/>
              </a:rPr>
              <a:t>Rohmaterial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2786" y="1542274"/>
            <a:ext cx="1017960" cy="22013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B6762"/>
                </a:solidFill>
                <a:latin typeface="Roboto"/>
              </a:rPr>
              <a:t>Interaktivität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3030" y="1869722"/>
            <a:ext cx="984179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4F4F4"/>
                </a:solidFill>
                <a:latin typeface="Roboto"/>
              </a:rPr>
              <a:t>HTML, CSS und
JavaScript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8938" y="1869722"/>
            <a:ext cx="1065656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4F4F4"/>
                </a:solidFill>
                <a:latin typeface="Roboto"/>
              </a:rPr>
              <a:t>Steuerung von
Benutzeraktionen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17798" y="3532646"/>
            <a:ext cx="154707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FFE711"/>
                </a:solidFill>
                <a:latin typeface="Robot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8598" y="3532646"/>
            <a:ext cx="154707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F79438"/>
                </a:solidFill>
                <a:latin typeface="Roboto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4431" y="3532646"/>
            <a:ext cx="154707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FB6762"/>
                </a:solidFill>
                <a:latin typeface="Roboto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5231" y="3532646"/>
            <a:ext cx="154707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F366BB"/>
                </a:solidFill>
                <a:latin typeface="Robot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1805" y="5064407"/>
            <a:ext cx="928228" cy="4402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79438"/>
                </a:solidFill>
                <a:latin typeface="Roboto"/>
              </a:rPr>
              <a:t>Design-
Umsetzung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917" y="5064407"/>
            <a:ext cx="697244" cy="22013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366BB"/>
                </a:solidFill>
                <a:latin typeface="Roboto"/>
              </a:rPr>
              <a:t>Usability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2238" y="5391855"/>
            <a:ext cx="1260566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4F4F4"/>
                </a:solidFill>
                <a:latin typeface="Roboto"/>
              </a:rPr>
              <a:t>Benutzerfreundliche
Oberfläche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20184" y="5611989"/>
            <a:ext cx="1191471" cy="330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4F4F4"/>
                </a:solidFill>
                <a:latin typeface="Roboto"/>
              </a:rPr>
              <a:t>Layout, Farben und
Schriftarten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