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317" r:id="rId5"/>
    <p:sldId id="307" r:id="rId6"/>
    <p:sldId id="308" r:id="rId7"/>
    <p:sldId id="309" r:id="rId8"/>
    <p:sldId id="263" r:id="rId9"/>
    <p:sldId id="320" r:id="rId10"/>
    <p:sldId id="324" r:id="rId11"/>
    <p:sldId id="322" r:id="rId12"/>
    <p:sldId id="319" r:id="rId13"/>
    <p:sldId id="325" r:id="rId14"/>
    <p:sldId id="326" r:id="rId15"/>
    <p:sldId id="327" r:id="rId16"/>
    <p:sldId id="323" r:id="rId17"/>
    <p:sldId id="328" r:id="rId18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405" autoAdjust="0"/>
  </p:normalViewPr>
  <p:slideViewPr>
    <p:cSldViewPr snapToGrid="0">
      <p:cViewPr varScale="1">
        <p:scale>
          <a:sx n="77" d="100"/>
          <a:sy n="77" d="100"/>
        </p:scale>
        <p:origin x="82" y="91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A3C4-9EDB-DD2A-96D3-BE2C81E9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3F9094-AE8A-3BD9-24A6-2B40DD92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A2494C-EBB7-218F-A095-5B3C26B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FED37-A60A-FC8C-2CB0-33027B31E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607197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361E9-E03A-203D-34CC-CB1C8E09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A219186-9F4B-E234-B992-8CBAAB3A0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F7DCD0-6BC2-B216-6BA0-4DDF5DDD6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407290-7028-8BF3-1EBE-59BD53F28A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920848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5B2F-523A-DCC3-6B97-1783763D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EBA227-776F-D49E-CC05-3C583B318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17017C-E98A-82AA-05E3-E652A66B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68160F-4D1A-53E9-54D1-0DC6399D3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50003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</a:t>
            </a:r>
            <a:r>
              <a:rPr lang="de-DE" sz="2000" dirty="0" err="1">
                <a:solidFill>
                  <a:srgbClr val="FF0000"/>
                </a:solidFill>
              </a:rPr>
              <a:t>drinn</a:t>
            </a:r>
            <a:r>
              <a:rPr lang="de-DE" sz="2000" dirty="0">
                <a:solidFill>
                  <a:srgbClr val="FF0000"/>
                </a:solidFill>
              </a:rPr>
              <a:t>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</a:t>
            </a:r>
            <a:r>
              <a:rPr lang="de-DE" sz="2200" dirty="0" err="1"/>
              <a:t>titel</a:t>
            </a:r>
            <a:r>
              <a:rPr lang="de-DE" sz="2200" dirty="0"/>
              <a:t>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</a:t>
            </a:r>
            <a:r>
              <a:rPr lang="de-DE" sz="2000" dirty="0" err="1">
                <a:solidFill>
                  <a:srgbClr val="FF0000"/>
                </a:solidFill>
              </a:rPr>
              <a:t>Drinn</a:t>
            </a:r>
            <a:r>
              <a:rPr lang="de-DE" sz="2000" dirty="0">
                <a:solidFill>
                  <a:srgbClr val="FF0000"/>
                </a:solidFill>
              </a:rPr>
              <a:t>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44E9-3751-D960-276F-C7D9A310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EEA0791-BC18-B8F9-B738-9C6AD86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CSS Tags </a:t>
            </a:r>
            <a:r>
              <a:rPr lang="de-DE" dirty="0" err="1"/>
              <a:t>zusammenhang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77E03A-6A9D-5C4A-24E4-78B3AAFD50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just">
              <a:buNone/>
            </a:pPr>
            <a:r>
              <a:rPr lang="de-DE" sz="3000" dirty="0"/>
              <a:t>In HTML:</a:t>
            </a:r>
          </a:p>
          <a:p>
            <a:pPr marL="914400" lvl="2" indent="0" algn="just">
              <a:buNone/>
            </a:pPr>
            <a:r>
              <a:rPr lang="de-DE" sz="2800" dirty="0"/>
              <a:t>&lt;</a:t>
            </a: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  <a:r>
              <a:rPr lang="de-DE" sz="2800" dirty="0"/>
              <a:t>&gt; Ich bin ein Paragraf &lt;/p&gt;</a:t>
            </a:r>
          </a:p>
          <a:p>
            <a:pPr marL="457200" lvl="1" indent="0" algn="just">
              <a:buNone/>
            </a:pPr>
            <a:r>
              <a:rPr lang="de-DE" sz="3000" dirty="0"/>
              <a:t>In CSS:</a:t>
            </a:r>
          </a:p>
          <a:p>
            <a:pPr marL="914400" lvl="2" indent="0" algn="just">
              <a:buNone/>
            </a:pP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</a:p>
          <a:p>
            <a:pPr marL="914400" lvl="2" indent="0" algn="just">
              <a:buNone/>
            </a:pPr>
            <a:r>
              <a:rPr lang="de-DE" sz="2800" dirty="0"/>
              <a:t>{</a:t>
            </a:r>
          </a:p>
          <a:p>
            <a:pPr marL="914400" lvl="2" indent="0" algn="just">
              <a:buNone/>
            </a:pPr>
            <a:r>
              <a:rPr lang="de-DE" sz="2800" dirty="0"/>
              <a:t>	</a:t>
            </a:r>
            <a:r>
              <a:rPr lang="de-DE" sz="2800" dirty="0" err="1"/>
              <a:t>color</a:t>
            </a:r>
            <a:r>
              <a:rPr lang="de-DE" sz="2800" dirty="0"/>
              <a:t> = Yellow;</a:t>
            </a:r>
          </a:p>
          <a:p>
            <a:pPr marL="914400" lvl="2" indent="0" algn="just">
              <a:buNone/>
            </a:pPr>
            <a:r>
              <a:rPr lang="de-DE" sz="2800" dirty="0"/>
              <a:t>}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34CF8AE-4A94-4BC4-0188-FBA230BB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4129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BA92-5683-9246-5ACD-1131B5A0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D6645A6-5485-6800-D8CF-4D2C1D58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CSS Tags </a:t>
            </a:r>
            <a:r>
              <a:rPr lang="de-DE" dirty="0" err="1"/>
              <a:t>zusammenhang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040BDB5-F025-8DE5-2D1F-AE7192A094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/>
              <a:t>Vorher</a:t>
            </a: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ctr">
              <a:buNone/>
            </a:pPr>
            <a:r>
              <a:rPr lang="de-DE" sz="2400" dirty="0"/>
              <a:t>Nachher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BF31D6-3116-6595-F11E-35C58B987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12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3645E8D-8822-C29B-E25E-1FC71669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959" y="3071762"/>
            <a:ext cx="3820058" cy="7144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DADE221-BFC1-8221-166B-94FF771C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959" y="4986426"/>
            <a:ext cx="3788064" cy="71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769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EC72-E46C-648E-AF08-8CA3D89FC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77355508-DA41-BAE5-B7C8-4186B872A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Geschafft!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BF418405-B001-7450-8FDC-DA4D13EF4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Nun wisst ihr </a:t>
            </a:r>
            <a:r>
              <a:rPr lang="de-DE" sz="1000" dirty="0"/>
              <a:t>fast</a:t>
            </a:r>
            <a:r>
              <a:rPr lang="de-DE" dirty="0"/>
              <a:t> alles für den </a:t>
            </a:r>
            <a:r>
              <a:rPr lang="de-DE" dirty="0" err="1"/>
              <a:t>avatar-maker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415513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254</Words>
  <Application>Microsoft Office PowerPoint</Application>
  <PresentationFormat>Breitbild</PresentationFormat>
  <Paragraphs>85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Arial</vt:lpstr>
      <vt:lpstr>Calibri</vt:lpstr>
      <vt:lpstr>Courier New</vt:lpstr>
      <vt:lpstr>Gill Sans Nova Light</vt:lpstr>
      <vt:lpstr>Sagona Book</vt:lpstr>
      <vt:lpstr>Benutzerdefiniert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HTML und CSS Tags zusammenhang</vt:lpstr>
      <vt:lpstr>HTML und CSS Tags zusammenhang</vt:lpstr>
      <vt:lpstr>Übung</vt:lpstr>
      <vt:lpstr>Geschafft!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Jeanette Loßau / PBG2H24A</cp:lastModifiedBy>
  <cp:revision>22</cp:revision>
  <dcterms:created xsi:type="dcterms:W3CDTF">2025-12-04T19:17:04Z</dcterms:created>
  <dcterms:modified xsi:type="dcterms:W3CDTF">2025-12-04T20:15:33Z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