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317" r:id="rId5"/>
    <p:sldId id="307" r:id="rId6"/>
    <p:sldId id="308" r:id="rId7"/>
    <p:sldId id="309" r:id="rId8"/>
    <p:sldId id="263" r:id="rId9"/>
    <p:sldId id="320" r:id="rId10"/>
    <p:sldId id="324" r:id="rId11"/>
    <p:sldId id="322" r:id="rId12"/>
    <p:sldId id="319" r:id="rId13"/>
    <p:sldId id="325" r:id="rId14"/>
    <p:sldId id="326" r:id="rId15"/>
    <p:sldId id="327" r:id="rId16"/>
    <p:sldId id="323" r:id="rId17"/>
    <p:sldId id="328" r:id="rId18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6A58"/>
    <a:srgbClr val="505A47"/>
    <a:srgbClr val="D1D8B7"/>
    <a:srgbClr val="A09D79"/>
    <a:srgbClr val="AD5C4D"/>
    <a:srgbClr val="543E35"/>
    <a:srgbClr val="637700"/>
    <a:srgbClr val="FFF4ED"/>
    <a:srgbClr val="5E6A7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405" autoAdjust="0"/>
  </p:normalViewPr>
  <p:slideViewPr>
    <p:cSldViewPr snapToGrid="0">
      <p:cViewPr varScale="1">
        <p:scale>
          <a:sx n="77" d="100"/>
          <a:sy n="77" d="100"/>
        </p:scale>
        <p:origin x="82" y="91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-10800"/>
    </p:cViewPr>
  </p:outlineViewPr>
  <p:notesTextViewPr>
    <p:cViewPr>
      <p:scale>
        <a:sx n="135" d="100"/>
        <a:sy n="135" d="100"/>
      </p:scale>
      <p:origin x="0" y="0"/>
    </p:cViewPr>
  </p:notesTextViewPr>
  <p:sorterViewPr>
    <p:cViewPr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97" d="100"/>
          <a:sy n="97" d="100"/>
        </p:scale>
        <p:origin x="36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3961F53F-0880-4BD7-90FD-D0B66FE2430B}" type="datetime1">
              <a:rPr lang="de-DE" smtClean="0"/>
              <a:t>04.12.2025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9E357A0-8177-46BC-BFCE-19D99E3453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6:07.794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07.531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1,'892'891,"-887"-885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17.60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0,'703'703,"-699"-699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49.32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EB0037F-FA90-4F77-BBF7-54A313A9112D}" type="datetime1">
              <a:rPr lang="de-DE" noProof="0" smtClean="0"/>
              <a:t>04.12.2025</a:t>
            </a:fld>
            <a:endParaRPr lang="de-DE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7C366290-4595-5745-A50F-D5EC13BAC604}" type="slidenum">
              <a:rPr lang="de-DE" noProof="0" smtClean="0"/>
              <a:t>‹Nr.›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2165-AECD-AC0B-0A46-19E82DC2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910EBC2-FFC3-2482-86CA-A129EAAAB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704D6B-CA75-C920-89B4-EA8B79E6D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C1BFD7-3F26-AFD4-F030-DBE1AE11C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75031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67541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737216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87366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308133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781A-065B-5BE4-4DD2-1858538EB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E6CA223-A469-EBA4-25CD-DDC38579B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F8E5F76-630F-8D77-27BD-14B91DD2D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8BF18E-C354-2015-21B4-77CC3BC02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69443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27242-8519-0C9D-2B43-19BC887D4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01B575C-67AB-BD9B-23E6-A2010399C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3FC5A3F-ED91-6C50-8B21-AA5EAB074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4FACFB-3B77-29BA-3E49-60C85E80F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7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3370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E374E-F427-2546-58FD-6F306301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7F5515E-25C7-78BD-021E-6B1C014F91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27709FD-631D-1633-36FF-73F18F9BD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FB416E-9915-61E7-91BE-9720620A7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8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98211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747E4-1862-0E87-7BF4-8662EED0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36519D1-6741-5959-A7D7-C6667BDD8D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673B97B-D0EC-1F7A-F06D-657E30122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DE9D10-A612-6ECE-9045-C0AC8D8A60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9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00151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34D6C-86F0-3204-9A87-59DC306EE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6D202AD-C896-BA21-F87D-E92B1D40E9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AC88E2B-F457-E996-8612-7B2F6D09E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6B0689-6D40-FEED-8758-36C75E4BE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10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543459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7A3C4-9EDB-DD2A-96D3-BE2C81E92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3F9094-AE8A-3BD9-24A6-2B40DD929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A2494C-EBB7-218F-A095-5B3C26B58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20FED37-A60A-FC8C-2CB0-33027B31EE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607197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361E9-E03A-203D-34CC-CB1C8E09A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A219186-9F4B-E234-B992-8CBAAB3A0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9F7DCD0-6BC2-B216-6BA0-4DDF5DDD6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407290-7028-8BF3-1EBE-59BD53F28A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920848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26597-B7EC-AA4F-CC14-92D0DED2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02FFD3-F40E-1069-2C7A-D6E0AEBF6D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DF31D2C-DD51-7B6D-894F-72D078FB33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4A7B32-1FDB-0BFA-1B27-51E4AD35A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2306175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15B2F-523A-DCC3-6B97-1783763D2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CEBA227-776F-D49E-CC05-3C583B318A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17017C-E98A-82AA-05E3-E652A66BA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68160F-4D1A-53E9-54D1-0DC6399D3C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950003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4D792B1F-855B-FC83-1023-94C0976E9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Freihandform: Form 6">
            <a:extLst>
              <a:ext uri="{FF2B5EF4-FFF2-40B4-BE49-F238E27FC236}">
                <a16:creationId xmlns:a16="http://schemas.microsoft.com/office/drawing/2014/main" id="{EF359D7C-AC03-77FE-CA1D-B96B46B08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C9AA487F-3729-4692-1A21-35558A2D8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3" name="Freihandform: Form 22">
            <a:extLst>
              <a:ext uri="{FF2B5EF4-FFF2-40B4-BE49-F238E27FC236}">
                <a16:creationId xmlns:a16="http://schemas.microsoft.com/office/drawing/2014/main" id="{84B8E19A-569B-855B-EBF8-C02F2998A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lvl1pPr algn="ctr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</p:spTree>
    <p:extLst>
      <p:ext uri="{BB962C8B-B14F-4D97-AF65-F5344CB8AC3E}">
        <p14:creationId xmlns:p14="http://schemas.microsoft.com/office/powerpoint/2010/main" val="747404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gesordn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941984E2-3225-05D3-3A3D-9D5F5840E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5" y="0"/>
            <a:ext cx="6558260" cy="6858000"/>
          </a:xfrm>
          <a:custGeom>
            <a:avLst/>
            <a:gdLst>
              <a:gd name="connsiteX0" fmla="*/ 0 w 6558260"/>
              <a:gd name="connsiteY0" fmla="*/ 0 h 6858000"/>
              <a:gd name="connsiteX1" fmla="*/ 5115438 w 6558260"/>
              <a:gd name="connsiteY1" fmla="*/ 0 h 6858000"/>
              <a:gd name="connsiteX2" fmla="*/ 5238365 w 6558260"/>
              <a:gd name="connsiteY2" fmla="*/ 66359 h 6858000"/>
              <a:gd name="connsiteX3" fmla="*/ 6291520 w 6558260"/>
              <a:gd name="connsiteY3" fmla="*/ 1269725 h 6858000"/>
              <a:gd name="connsiteX4" fmla="*/ 6458331 w 6558260"/>
              <a:gd name="connsiteY4" fmla="*/ 3184523 h 6858000"/>
              <a:gd name="connsiteX5" fmla="*/ 5040408 w 6558260"/>
              <a:gd name="connsiteY5" fmla="*/ 4821851 h 6858000"/>
              <a:gd name="connsiteX6" fmla="*/ 4308904 w 6558260"/>
              <a:gd name="connsiteY6" fmla="*/ 5001158 h 6858000"/>
              <a:gd name="connsiteX7" fmla="*/ 2788379 w 6558260"/>
              <a:gd name="connsiteY7" fmla="*/ 5605778 h 6858000"/>
              <a:gd name="connsiteX8" fmla="*/ 1789804 w 6558260"/>
              <a:gd name="connsiteY8" fmla="*/ 6672529 h 6858000"/>
              <a:gd name="connsiteX9" fmla="*/ 1681243 w 6558260"/>
              <a:gd name="connsiteY9" fmla="*/ 6840787 h 6858000"/>
              <a:gd name="connsiteX10" fmla="*/ 1670576 w 6558260"/>
              <a:gd name="connsiteY10" fmla="*/ 6858000 h 6858000"/>
              <a:gd name="connsiteX11" fmla="*/ 0 w 655826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58260" h="6858000">
                <a:moveTo>
                  <a:pt x="0" y="0"/>
                </a:moveTo>
                <a:lnTo>
                  <a:pt x="5115438" y="0"/>
                </a:lnTo>
                <a:lnTo>
                  <a:pt x="5238365" y="66359"/>
                </a:lnTo>
                <a:cubicBezTo>
                  <a:pt x="5682224" y="338566"/>
                  <a:pt x="6040902" y="730462"/>
                  <a:pt x="6291520" y="1269725"/>
                </a:cubicBezTo>
                <a:cubicBezTo>
                  <a:pt x="6564184" y="1856367"/>
                  <a:pt x="6642164" y="2496371"/>
                  <a:pt x="6458331" y="3184523"/>
                </a:cubicBezTo>
                <a:cubicBezTo>
                  <a:pt x="6242848" y="3991449"/>
                  <a:pt x="5757187" y="4528124"/>
                  <a:pt x="5040408" y="4821851"/>
                </a:cubicBezTo>
                <a:cubicBezTo>
                  <a:pt x="4800781" y="4920015"/>
                  <a:pt x="4554699" y="4955733"/>
                  <a:pt x="4308904" y="5001158"/>
                </a:cubicBezTo>
                <a:cubicBezTo>
                  <a:pt x="3777583" y="5099178"/>
                  <a:pt x="3264096" y="5274085"/>
                  <a:pt x="2788379" y="5605778"/>
                </a:cubicBezTo>
                <a:cubicBezTo>
                  <a:pt x="2387773" y="5884873"/>
                  <a:pt x="2065959" y="6252666"/>
                  <a:pt x="1789804" y="6672529"/>
                </a:cubicBezTo>
                <a:cubicBezTo>
                  <a:pt x="1751257" y="6731138"/>
                  <a:pt x="1715181" y="6787110"/>
                  <a:pt x="1681243" y="6840787"/>
                </a:cubicBezTo>
                <a:lnTo>
                  <a:pt x="16705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59000"/>
            </a:schemeClr>
          </a:solidFill>
          <a:ln w="302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070813B7-403A-9A3E-5E5C-44C1680DE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80445"/>
            <a:ext cx="5327858" cy="3001484"/>
          </a:xfrm>
          <a:custGeom>
            <a:avLst/>
            <a:gdLst>
              <a:gd name="connsiteX0" fmla="*/ 2748958 w 5327858"/>
              <a:gd name="connsiteY0" fmla="*/ 1803860 h 3001484"/>
              <a:gd name="connsiteX1" fmla="*/ 3516500 w 5327858"/>
              <a:gd name="connsiteY1" fmla="*/ 2692005 h 3001484"/>
              <a:gd name="connsiteX2" fmla="*/ 2748958 w 5327858"/>
              <a:gd name="connsiteY2" fmla="*/ 1803860 h 3001484"/>
              <a:gd name="connsiteX3" fmla="*/ 2409413 w 5327858"/>
              <a:gd name="connsiteY3" fmla="*/ 1623109 h 3001484"/>
              <a:gd name="connsiteX4" fmla="*/ 3348913 w 5327858"/>
              <a:gd name="connsiteY4" fmla="*/ 2739827 h 3001484"/>
              <a:gd name="connsiteX5" fmla="*/ 2508180 w 5327858"/>
              <a:gd name="connsiteY5" fmla="*/ 1671368 h 3001484"/>
              <a:gd name="connsiteX6" fmla="*/ 2409413 w 5327858"/>
              <a:gd name="connsiteY6" fmla="*/ 1623109 h 3001484"/>
              <a:gd name="connsiteX7" fmla="*/ 4743520 w 5327858"/>
              <a:gd name="connsiteY7" fmla="*/ 974378 h 3001484"/>
              <a:gd name="connsiteX8" fmla="*/ 4091677 w 5327858"/>
              <a:gd name="connsiteY8" fmla="*/ 1038028 h 3001484"/>
              <a:gd name="connsiteX9" fmla="*/ 3515471 w 5327858"/>
              <a:gd name="connsiteY9" fmla="*/ 1125864 h 3001484"/>
              <a:gd name="connsiteX10" fmla="*/ 4594761 w 5327858"/>
              <a:gd name="connsiteY10" fmla="*/ 1138284 h 3001484"/>
              <a:gd name="connsiteX11" fmla="*/ 4496736 w 5327858"/>
              <a:gd name="connsiteY11" fmla="*/ 1241890 h 3001484"/>
              <a:gd name="connsiteX12" fmla="*/ 3912864 w 5327858"/>
              <a:gd name="connsiteY12" fmla="*/ 1298109 h 3001484"/>
              <a:gd name="connsiteX13" fmla="*/ 3824504 w 5327858"/>
              <a:gd name="connsiteY13" fmla="*/ 1309614 h 3001484"/>
              <a:gd name="connsiteX14" fmla="*/ 4960541 w 5327858"/>
              <a:gd name="connsiteY14" fmla="*/ 1333472 h 3001484"/>
              <a:gd name="connsiteX15" fmla="*/ 5194199 w 5327858"/>
              <a:gd name="connsiteY15" fmla="*/ 1198707 h 3001484"/>
              <a:gd name="connsiteX16" fmla="*/ 5167523 w 5327858"/>
              <a:gd name="connsiteY16" fmla="*/ 1024959 h 3001484"/>
              <a:gd name="connsiteX17" fmla="*/ 4962465 w 5327858"/>
              <a:gd name="connsiteY17" fmla="*/ 982143 h 3001484"/>
              <a:gd name="connsiteX18" fmla="*/ 4743520 w 5327858"/>
              <a:gd name="connsiteY18" fmla="*/ 974378 h 3001484"/>
              <a:gd name="connsiteX19" fmla="*/ 1705019 w 5327858"/>
              <a:gd name="connsiteY19" fmla="*/ 787219 h 3001484"/>
              <a:gd name="connsiteX20" fmla="*/ 1667816 w 5327858"/>
              <a:gd name="connsiteY20" fmla="*/ 800997 h 3001484"/>
              <a:gd name="connsiteX21" fmla="*/ 3141071 w 5327858"/>
              <a:gd name="connsiteY21" fmla="*/ 1596459 h 3001484"/>
              <a:gd name="connsiteX22" fmla="*/ 3160484 w 5327858"/>
              <a:gd name="connsiteY22" fmla="*/ 1661940 h 3001484"/>
              <a:gd name="connsiteX23" fmla="*/ 2399742 w 5327858"/>
              <a:gd name="connsiteY23" fmla="*/ 1285949 h 3001484"/>
              <a:gd name="connsiteX24" fmla="*/ 1620522 w 5327858"/>
              <a:gd name="connsiteY24" fmla="*/ 895227 h 3001484"/>
              <a:gd name="connsiteX25" fmla="*/ 2362702 w 5327858"/>
              <a:gd name="connsiteY25" fmla="*/ 1473347 h 3001484"/>
              <a:gd name="connsiteX26" fmla="*/ 2892435 w 5327858"/>
              <a:gd name="connsiteY26" fmla="*/ 1718415 h 3001484"/>
              <a:gd name="connsiteX27" fmla="*/ 3397928 w 5327858"/>
              <a:gd name="connsiteY27" fmla="*/ 1721816 h 3001484"/>
              <a:gd name="connsiteX28" fmla="*/ 3289763 w 5327858"/>
              <a:gd name="connsiteY28" fmla="*/ 1462888 h 3001484"/>
              <a:gd name="connsiteX29" fmla="*/ 2603024 w 5327858"/>
              <a:gd name="connsiteY29" fmla="*/ 1054554 h 3001484"/>
              <a:gd name="connsiteX30" fmla="*/ 2495572 w 5327858"/>
              <a:gd name="connsiteY30" fmla="*/ 999994 h 3001484"/>
              <a:gd name="connsiteX31" fmla="*/ 1705019 w 5327858"/>
              <a:gd name="connsiteY31" fmla="*/ 787219 h 3001484"/>
              <a:gd name="connsiteX32" fmla="*/ 2747815 w 5327858"/>
              <a:gd name="connsiteY32" fmla="*/ 82299 h 3001484"/>
              <a:gd name="connsiteX33" fmla="*/ 2283601 w 5327858"/>
              <a:gd name="connsiteY33" fmla="*/ 144329 h 3001484"/>
              <a:gd name="connsiteX34" fmla="*/ 1378186 w 5327858"/>
              <a:gd name="connsiteY34" fmla="*/ 312830 h 3001484"/>
              <a:gd name="connsiteX35" fmla="*/ 960099 w 5327858"/>
              <a:gd name="connsiteY35" fmla="*/ 343827 h 3001484"/>
              <a:gd name="connsiteX36" fmla="*/ 2962282 w 5327858"/>
              <a:gd name="connsiteY36" fmla="*/ 316095 h 3001484"/>
              <a:gd name="connsiteX37" fmla="*/ 2914525 w 5327858"/>
              <a:gd name="connsiteY37" fmla="*/ 407025 h 3001484"/>
              <a:gd name="connsiteX38" fmla="*/ 1802740 w 5327858"/>
              <a:gd name="connsiteY38" fmla="*/ 506109 h 3001484"/>
              <a:gd name="connsiteX39" fmla="*/ 1049396 w 5327858"/>
              <a:gd name="connsiteY39" fmla="*/ 464507 h 3001484"/>
              <a:gd name="connsiteX40" fmla="*/ 960632 w 5327858"/>
              <a:gd name="connsiteY40" fmla="*/ 471223 h 3001484"/>
              <a:gd name="connsiteX41" fmla="*/ 1078818 w 5327858"/>
              <a:gd name="connsiteY41" fmla="*/ 525601 h 3001484"/>
              <a:gd name="connsiteX42" fmla="*/ 1317647 w 5327858"/>
              <a:gd name="connsiteY42" fmla="*/ 573300 h 3001484"/>
              <a:gd name="connsiteX43" fmla="*/ 2901057 w 5327858"/>
              <a:gd name="connsiteY43" fmla="*/ 564009 h 3001484"/>
              <a:gd name="connsiteX44" fmla="*/ 3360748 w 5327858"/>
              <a:gd name="connsiteY44" fmla="*/ 276585 h 3001484"/>
              <a:gd name="connsiteX45" fmla="*/ 3416210 w 5327858"/>
              <a:gd name="connsiteY45" fmla="*/ 208922 h 3001484"/>
              <a:gd name="connsiteX46" fmla="*/ 3212868 w 5327858"/>
              <a:gd name="connsiteY46" fmla="*/ 116058 h 3001484"/>
              <a:gd name="connsiteX47" fmla="*/ 2747815 w 5327858"/>
              <a:gd name="connsiteY47" fmla="*/ 82299 h 3001484"/>
              <a:gd name="connsiteX48" fmla="*/ 2766268 w 5327858"/>
              <a:gd name="connsiteY48" fmla="*/ 455 h 3001484"/>
              <a:gd name="connsiteX49" fmla="*/ 3291950 w 5327858"/>
              <a:gd name="connsiteY49" fmla="*/ 53781 h 3001484"/>
              <a:gd name="connsiteX50" fmla="*/ 3495662 w 5327858"/>
              <a:gd name="connsiteY50" fmla="*/ 181860 h 3001484"/>
              <a:gd name="connsiteX51" fmla="*/ 3373798 w 5327858"/>
              <a:gd name="connsiteY51" fmla="*/ 374336 h 3001484"/>
              <a:gd name="connsiteX52" fmla="*/ 2805406 w 5327858"/>
              <a:gd name="connsiteY52" fmla="*/ 682623 h 3001484"/>
              <a:gd name="connsiteX53" fmla="*/ 2344286 w 5327858"/>
              <a:gd name="connsiteY53" fmla="*/ 805627 h 3001484"/>
              <a:gd name="connsiteX54" fmla="*/ 2644911 w 5327858"/>
              <a:gd name="connsiteY54" fmla="*/ 968768 h 3001484"/>
              <a:gd name="connsiteX55" fmla="*/ 2999485 w 5327858"/>
              <a:gd name="connsiteY55" fmla="*/ 1035252 h 3001484"/>
              <a:gd name="connsiteX56" fmla="*/ 3083927 w 5327858"/>
              <a:gd name="connsiteY56" fmla="*/ 1032246 h 3001484"/>
              <a:gd name="connsiteX57" fmla="*/ 3325087 w 5327858"/>
              <a:gd name="connsiteY57" fmla="*/ 999791 h 3001484"/>
              <a:gd name="connsiteX58" fmla="*/ 3638120 w 5327858"/>
              <a:gd name="connsiteY58" fmla="*/ 1017540 h 3001484"/>
              <a:gd name="connsiteX59" fmla="*/ 4027819 w 5327858"/>
              <a:gd name="connsiteY59" fmla="*/ 966356 h 3001484"/>
              <a:gd name="connsiteX60" fmla="*/ 5006708 w 5327858"/>
              <a:gd name="connsiteY60" fmla="*/ 904501 h 3001484"/>
              <a:gd name="connsiteX61" fmla="*/ 5211123 w 5327858"/>
              <a:gd name="connsiteY61" fmla="*/ 948486 h 3001484"/>
              <a:gd name="connsiteX62" fmla="*/ 5270931 w 5327858"/>
              <a:gd name="connsiteY62" fmla="*/ 1231797 h 3001484"/>
              <a:gd name="connsiteX63" fmla="*/ 5117412 w 5327858"/>
              <a:gd name="connsiteY63" fmla="*/ 1352055 h 3001484"/>
              <a:gd name="connsiteX64" fmla="*/ 4252698 w 5327858"/>
              <a:gd name="connsiteY64" fmla="*/ 1508702 h 3001484"/>
              <a:gd name="connsiteX65" fmla="*/ 3306404 w 5327858"/>
              <a:gd name="connsiteY65" fmla="*/ 1204901 h 3001484"/>
              <a:gd name="connsiteX66" fmla="*/ 2947668 w 5327858"/>
              <a:gd name="connsiteY66" fmla="*/ 1130798 h 3001484"/>
              <a:gd name="connsiteX67" fmla="*/ 3322308 w 5327858"/>
              <a:gd name="connsiteY67" fmla="*/ 1387182 h 3001484"/>
              <a:gd name="connsiteX68" fmla="*/ 3488446 w 5327858"/>
              <a:gd name="connsiteY68" fmla="*/ 1575262 h 3001484"/>
              <a:gd name="connsiteX69" fmla="*/ 3351452 w 5327858"/>
              <a:gd name="connsiteY69" fmla="*/ 1869771 h 3001484"/>
              <a:gd name="connsiteX70" fmla="*/ 3162816 w 5327858"/>
              <a:gd name="connsiteY70" fmla="*/ 1907535 h 3001484"/>
              <a:gd name="connsiteX71" fmla="*/ 3249051 w 5327858"/>
              <a:gd name="connsiteY71" fmla="*/ 2000652 h 3001484"/>
              <a:gd name="connsiteX72" fmla="*/ 3619277 w 5327858"/>
              <a:gd name="connsiteY72" fmla="*/ 2699849 h 3001484"/>
              <a:gd name="connsiteX73" fmla="*/ 3563771 w 5327858"/>
              <a:gd name="connsiteY73" fmla="*/ 2998100 h 3001484"/>
              <a:gd name="connsiteX74" fmla="*/ 2376611 w 5327858"/>
              <a:gd name="connsiteY74" fmla="*/ 1801423 h 3001484"/>
              <a:gd name="connsiteX75" fmla="*/ 2191088 w 5327858"/>
              <a:gd name="connsiteY75" fmla="*/ 1495361 h 3001484"/>
              <a:gd name="connsiteX76" fmla="*/ 1913989 w 5327858"/>
              <a:gd name="connsiteY76" fmla="*/ 1288084 h 3001484"/>
              <a:gd name="connsiteX77" fmla="*/ 1366465 w 5327858"/>
              <a:gd name="connsiteY77" fmla="*/ 796526 h 3001484"/>
              <a:gd name="connsiteX78" fmla="*/ 1228305 w 5327858"/>
              <a:gd name="connsiteY78" fmla="*/ 683208 h 3001484"/>
              <a:gd name="connsiteX79" fmla="*/ 521390 w 5327858"/>
              <a:gd name="connsiteY79" fmla="*/ 376414 h 3001484"/>
              <a:gd name="connsiteX80" fmla="*/ 418831 w 5327858"/>
              <a:gd name="connsiteY80" fmla="*/ 355751 h 3001484"/>
              <a:gd name="connsiteX81" fmla="*/ 784300 w 5327858"/>
              <a:gd name="connsiteY81" fmla="*/ 758546 h 3001484"/>
              <a:gd name="connsiteX82" fmla="*/ 1018486 w 5327858"/>
              <a:gd name="connsiteY82" fmla="*/ 1054852 h 3001484"/>
              <a:gd name="connsiteX83" fmla="*/ 1313041 w 5327858"/>
              <a:gd name="connsiteY83" fmla="*/ 1709365 h 3001484"/>
              <a:gd name="connsiteX84" fmla="*/ 1324336 w 5327858"/>
              <a:gd name="connsiteY84" fmla="*/ 1784079 h 3001484"/>
              <a:gd name="connsiteX85" fmla="*/ 1172892 w 5327858"/>
              <a:gd name="connsiteY85" fmla="*/ 1926790 h 3001484"/>
              <a:gd name="connsiteX86" fmla="*/ 709643 w 5327858"/>
              <a:gd name="connsiteY86" fmla="*/ 1725156 h 3001484"/>
              <a:gd name="connsiteX87" fmla="*/ 33838 w 5327858"/>
              <a:gd name="connsiteY87" fmla="*/ 854147 h 3001484"/>
              <a:gd name="connsiteX88" fmla="*/ 0 w 5327858"/>
              <a:gd name="connsiteY88" fmla="*/ 775028 h 3001484"/>
              <a:gd name="connsiteX89" fmla="*/ 0 w 5327858"/>
              <a:gd name="connsiteY89" fmla="*/ 574413 h 3001484"/>
              <a:gd name="connsiteX90" fmla="*/ 81544 w 5327858"/>
              <a:gd name="connsiteY90" fmla="*/ 772337 h 3001484"/>
              <a:gd name="connsiteX91" fmla="*/ 233872 w 5327858"/>
              <a:gd name="connsiteY91" fmla="*/ 1042469 h 3001484"/>
              <a:gd name="connsiteX92" fmla="*/ 779804 w 5327858"/>
              <a:gd name="connsiteY92" fmla="*/ 1684609 h 3001484"/>
              <a:gd name="connsiteX93" fmla="*/ 1245599 w 5327858"/>
              <a:gd name="connsiteY93" fmla="*/ 1852634 h 3001484"/>
              <a:gd name="connsiteX94" fmla="*/ 1202402 w 5327858"/>
              <a:gd name="connsiteY94" fmla="*/ 1608146 h 3001484"/>
              <a:gd name="connsiteX95" fmla="*/ 330122 w 5327858"/>
              <a:gd name="connsiteY95" fmla="*/ 420340 h 3001484"/>
              <a:gd name="connsiteX96" fmla="*/ 218083 w 5327858"/>
              <a:gd name="connsiteY96" fmla="*/ 346512 h 3001484"/>
              <a:gd name="connsiteX97" fmla="*/ 629364 w 5327858"/>
              <a:gd name="connsiteY97" fmla="*/ 921408 h 3001484"/>
              <a:gd name="connsiteX98" fmla="*/ 1012710 w 5327858"/>
              <a:gd name="connsiteY98" fmla="*/ 1516704 h 3001484"/>
              <a:gd name="connsiteX99" fmla="*/ 945567 w 5327858"/>
              <a:gd name="connsiteY99" fmla="*/ 1489651 h 3001484"/>
              <a:gd name="connsiteX100" fmla="*/ 487597 w 5327858"/>
              <a:gd name="connsiteY100" fmla="*/ 853293 h 3001484"/>
              <a:gd name="connsiteX101" fmla="*/ 132072 w 5327858"/>
              <a:gd name="connsiteY101" fmla="*/ 425524 h 3001484"/>
              <a:gd name="connsiteX102" fmla="*/ 57200 w 5327858"/>
              <a:gd name="connsiteY102" fmla="*/ 365059 h 3001484"/>
              <a:gd name="connsiteX103" fmla="*/ 0 w 5327858"/>
              <a:gd name="connsiteY103" fmla="*/ 331148 h 3001484"/>
              <a:gd name="connsiteX104" fmla="*/ 0 w 5327858"/>
              <a:gd name="connsiteY104" fmla="*/ 32848 h 3001484"/>
              <a:gd name="connsiteX105" fmla="*/ 458365 w 5327858"/>
              <a:gd name="connsiteY105" fmla="*/ 261818 h 3001484"/>
              <a:gd name="connsiteX106" fmla="*/ 583699 w 5327858"/>
              <a:gd name="connsiteY106" fmla="*/ 286642 h 3001484"/>
              <a:gd name="connsiteX107" fmla="*/ 747674 w 5327858"/>
              <a:gd name="connsiteY107" fmla="*/ 261947 h 3001484"/>
              <a:gd name="connsiteX108" fmla="*/ 928361 w 5327858"/>
              <a:gd name="connsiteY108" fmla="*/ 266236 h 3001484"/>
              <a:gd name="connsiteX109" fmla="*/ 2243422 w 5327858"/>
              <a:gd name="connsiteY109" fmla="*/ 76555 h 3001484"/>
              <a:gd name="connsiteX110" fmla="*/ 2766268 w 5327858"/>
              <a:gd name="connsiteY110" fmla="*/ 455 h 300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5327858" h="3001484">
                <a:moveTo>
                  <a:pt x="2748958" y="1803860"/>
                </a:moveTo>
                <a:cubicBezTo>
                  <a:pt x="2923007" y="2121113"/>
                  <a:pt x="3433704" y="2683737"/>
                  <a:pt x="3516500" y="2692005"/>
                </a:cubicBezTo>
                <a:cubicBezTo>
                  <a:pt x="3541841" y="2587978"/>
                  <a:pt x="3094823" y="1857182"/>
                  <a:pt x="2748958" y="1803860"/>
                </a:cubicBezTo>
                <a:close/>
                <a:moveTo>
                  <a:pt x="2409413" y="1623109"/>
                </a:moveTo>
                <a:cubicBezTo>
                  <a:pt x="2569481" y="2139686"/>
                  <a:pt x="3262809" y="2769318"/>
                  <a:pt x="3348913" y="2739827"/>
                </a:cubicBezTo>
                <a:cubicBezTo>
                  <a:pt x="3329178" y="2674930"/>
                  <a:pt x="2784629" y="2020613"/>
                  <a:pt x="2508180" y="1671368"/>
                </a:cubicBezTo>
                <a:cubicBezTo>
                  <a:pt x="2492274" y="1651961"/>
                  <a:pt x="2458825" y="1646494"/>
                  <a:pt x="2409413" y="1623109"/>
                </a:cubicBezTo>
                <a:close/>
                <a:moveTo>
                  <a:pt x="4743520" y="974378"/>
                </a:moveTo>
                <a:cubicBezTo>
                  <a:pt x="4525177" y="976173"/>
                  <a:pt x="4308454" y="1004333"/>
                  <a:pt x="4091677" y="1038028"/>
                </a:cubicBezTo>
                <a:cubicBezTo>
                  <a:pt x="3899782" y="1067910"/>
                  <a:pt x="3707627" y="1096887"/>
                  <a:pt x="3515471" y="1125864"/>
                </a:cubicBezTo>
                <a:cubicBezTo>
                  <a:pt x="3872698" y="1274484"/>
                  <a:pt x="4231705" y="1230767"/>
                  <a:pt x="4594761" y="1138284"/>
                </a:cubicBezTo>
                <a:cubicBezTo>
                  <a:pt x="4600755" y="1233674"/>
                  <a:pt x="4539529" y="1237278"/>
                  <a:pt x="4496736" y="1241890"/>
                </a:cubicBezTo>
                <a:cubicBezTo>
                  <a:pt x="4302167" y="1264212"/>
                  <a:pt x="4107575" y="1279671"/>
                  <a:pt x="3912864" y="1298109"/>
                </a:cubicBezTo>
                <a:cubicBezTo>
                  <a:pt x="3890433" y="1300226"/>
                  <a:pt x="3868524" y="1304154"/>
                  <a:pt x="3824504" y="1309614"/>
                </a:cubicBezTo>
                <a:cubicBezTo>
                  <a:pt x="4216384" y="1455992"/>
                  <a:pt x="4587874" y="1494493"/>
                  <a:pt x="4960541" y="1333472"/>
                </a:cubicBezTo>
                <a:cubicBezTo>
                  <a:pt x="5043005" y="1298173"/>
                  <a:pt x="5124343" y="1253881"/>
                  <a:pt x="5194199" y="1198707"/>
                </a:cubicBezTo>
                <a:cubicBezTo>
                  <a:pt x="5273280" y="1136429"/>
                  <a:pt x="5261282" y="1064374"/>
                  <a:pt x="5167523" y="1024959"/>
                </a:cubicBezTo>
                <a:cubicBezTo>
                  <a:pt x="5104521" y="998662"/>
                  <a:pt x="5032257" y="987819"/>
                  <a:pt x="4962465" y="982143"/>
                </a:cubicBezTo>
                <a:cubicBezTo>
                  <a:pt x="4889262" y="976111"/>
                  <a:pt x="4816301" y="973780"/>
                  <a:pt x="4743520" y="974378"/>
                </a:cubicBezTo>
                <a:close/>
                <a:moveTo>
                  <a:pt x="1705019" y="787219"/>
                </a:moveTo>
                <a:cubicBezTo>
                  <a:pt x="1697320" y="786028"/>
                  <a:pt x="1688096" y="793128"/>
                  <a:pt x="1667816" y="800997"/>
                </a:cubicBezTo>
                <a:cubicBezTo>
                  <a:pt x="2169435" y="1070932"/>
                  <a:pt x="3072599" y="1558019"/>
                  <a:pt x="3141071" y="1596459"/>
                </a:cubicBezTo>
                <a:cubicBezTo>
                  <a:pt x="3160893" y="1607366"/>
                  <a:pt x="3160484" y="1661940"/>
                  <a:pt x="3160484" y="1661940"/>
                </a:cubicBezTo>
                <a:cubicBezTo>
                  <a:pt x="2894381" y="1536822"/>
                  <a:pt x="2641828" y="1422967"/>
                  <a:pt x="2399742" y="1285949"/>
                </a:cubicBezTo>
                <a:cubicBezTo>
                  <a:pt x="2155906" y="1147970"/>
                  <a:pt x="1914180" y="1002017"/>
                  <a:pt x="1620522" y="895227"/>
                </a:cubicBezTo>
                <a:cubicBezTo>
                  <a:pt x="1843461" y="1152616"/>
                  <a:pt x="2094522" y="1325777"/>
                  <a:pt x="2362702" y="1473347"/>
                </a:cubicBezTo>
                <a:cubicBezTo>
                  <a:pt x="2532938" y="1567022"/>
                  <a:pt x="2710006" y="1653801"/>
                  <a:pt x="2892435" y="1718415"/>
                </a:cubicBezTo>
                <a:cubicBezTo>
                  <a:pt x="3054602" y="1775683"/>
                  <a:pt x="3230014" y="1829585"/>
                  <a:pt x="3397928" y="1721816"/>
                </a:cubicBezTo>
                <a:cubicBezTo>
                  <a:pt x="3427428" y="1603333"/>
                  <a:pt x="3387528" y="1521251"/>
                  <a:pt x="3289763" y="1462888"/>
                </a:cubicBezTo>
                <a:cubicBezTo>
                  <a:pt x="3060742" y="1326972"/>
                  <a:pt x="2832365" y="1189887"/>
                  <a:pt x="2603024" y="1054554"/>
                </a:cubicBezTo>
                <a:cubicBezTo>
                  <a:pt x="2568686" y="1034138"/>
                  <a:pt x="2527397" y="1023594"/>
                  <a:pt x="2495572" y="999994"/>
                </a:cubicBezTo>
                <a:cubicBezTo>
                  <a:pt x="2259768" y="825334"/>
                  <a:pt x="1978337" y="821930"/>
                  <a:pt x="1705019" y="787219"/>
                </a:cubicBezTo>
                <a:close/>
                <a:moveTo>
                  <a:pt x="2747815" y="82299"/>
                </a:moveTo>
                <a:cubicBezTo>
                  <a:pt x="2593051" y="88184"/>
                  <a:pt x="2438427" y="110033"/>
                  <a:pt x="2283601" y="144329"/>
                </a:cubicBezTo>
                <a:cubicBezTo>
                  <a:pt x="1983574" y="210608"/>
                  <a:pt x="1681111" y="263368"/>
                  <a:pt x="1378186" y="312830"/>
                </a:cubicBezTo>
                <a:cubicBezTo>
                  <a:pt x="1240522" y="335259"/>
                  <a:pt x="1099938" y="334010"/>
                  <a:pt x="960099" y="343827"/>
                </a:cubicBezTo>
                <a:cubicBezTo>
                  <a:pt x="1629589" y="492268"/>
                  <a:pt x="2297020" y="440169"/>
                  <a:pt x="2962282" y="316095"/>
                </a:cubicBezTo>
                <a:cubicBezTo>
                  <a:pt x="2989334" y="384258"/>
                  <a:pt x="2960294" y="402527"/>
                  <a:pt x="2914525" y="407025"/>
                </a:cubicBezTo>
                <a:cubicBezTo>
                  <a:pt x="2544179" y="443741"/>
                  <a:pt x="2178126" y="529248"/>
                  <a:pt x="1802740" y="506109"/>
                </a:cubicBezTo>
                <a:cubicBezTo>
                  <a:pt x="1551598" y="490452"/>
                  <a:pt x="1300336" y="477771"/>
                  <a:pt x="1049396" y="464507"/>
                </a:cubicBezTo>
                <a:cubicBezTo>
                  <a:pt x="1030963" y="463496"/>
                  <a:pt x="1012351" y="466955"/>
                  <a:pt x="960632" y="471223"/>
                </a:cubicBezTo>
                <a:cubicBezTo>
                  <a:pt x="1020540" y="500383"/>
                  <a:pt x="1058801" y="534374"/>
                  <a:pt x="1078818" y="525601"/>
                </a:cubicBezTo>
                <a:cubicBezTo>
                  <a:pt x="1173423" y="484806"/>
                  <a:pt x="1238364" y="551745"/>
                  <a:pt x="1317647" y="573300"/>
                </a:cubicBezTo>
                <a:cubicBezTo>
                  <a:pt x="1845506" y="716872"/>
                  <a:pt x="2373790" y="790657"/>
                  <a:pt x="2901057" y="564009"/>
                </a:cubicBezTo>
                <a:cubicBezTo>
                  <a:pt x="3069341" y="491454"/>
                  <a:pt x="3225804" y="401736"/>
                  <a:pt x="3360748" y="276585"/>
                </a:cubicBezTo>
                <a:cubicBezTo>
                  <a:pt x="3382090" y="257124"/>
                  <a:pt x="3397723" y="231476"/>
                  <a:pt x="3416210" y="208922"/>
                </a:cubicBezTo>
                <a:cubicBezTo>
                  <a:pt x="3366421" y="128248"/>
                  <a:pt x="3282942" y="129501"/>
                  <a:pt x="3212868" y="116058"/>
                </a:cubicBezTo>
                <a:cubicBezTo>
                  <a:pt x="3057483" y="86495"/>
                  <a:pt x="2902579" y="76415"/>
                  <a:pt x="2747815" y="82299"/>
                </a:cubicBezTo>
                <a:close/>
                <a:moveTo>
                  <a:pt x="2766268" y="455"/>
                </a:moveTo>
                <a:cubicBezTo>
                  <a:pt x="2941239" y="-3158"/>
                  <a:pt x="3116682" y="14799"/>
                  <a:pt x="3291950" y="53781"/>
                </a:cubicBezTo>
                <a:cubicBezTo>
                  <a:pt x="3371673" y="71773"/>
                  <a:pt x="3472559" y="74772"/>
                  <a:pt x="3495662" y="181860"/>
                </a:cubicBezTo>
                <a:cubicBezTo>
                  <a:pt x="3516731" y="280218"/>
                  <a:pt x="3433645" y="323547"/>
                  <a:pt x="3373798" y="374336"/>
                </a:cubicBezTo>
                <a:cubicBezTo>
                  <a:pt x="3205992" y="516415"/>
                  <a:pt x="3014779" y="618215"/>
                  <a:pt x="2805406" y="682623"/>
                </a:cubicBezTo>
                <a:cubicBezTo>
                  <a:pt x="2658763" y="728272"/>
                  <a:pt x="2508398" y="762740"/>
                  <a:pt x="2344286" y="805627"/>
                </a:cubicBezTo>
                <a:cubicBezTo>
                  <a:pt x="2452985" y="866201"/>
                  <a:pt x="2543797" y="934438"/>
                  <a:pt x="2644911" y="968768"/>
                </a:cubicBezTo>
                <a:cubicBezTo>
                  <a:pt x="2757486" y="1007119"/>
                  <a:pt x="2880504" y="1015446"/>
                  <a:pt x="2999485" y="1035252"/>
                </a:cubicBezTo>
                <a:cubicBezTo>
                  <a:pt x="3027305" y="1039905"/>
                  <a:pt x="3070202" y="1047527"/>
                  <a:pt x="3083927" y="1032246"/>
                </a:cubicBezTo>
                <a:cubicBezTo>
                  <a:pt x="3157979" y="954264"/>
                  <a:pt x="3242230" y="993014"/>
                  <a:pt x="3325087" y="999791"/>
                </a:cubicBezTo>
                <a:cubicBezTo>
                  <a:pt x="3429612" y="1008598"/>
                  <a:pt x="3534482" y="1023682"/>
                  <a:pt x="3638120" y="1017540"/>
                </a:cubicBezTo>
                <a:cubicBezTo>
                  <a:pt x="3768913" y="1010357"/>
                  <a:pt x="3898295" y="986415"/>
                  <a:pt x="4027819" y="966356"/>
                </a:cubicBezTo>
                <a:cubicBezTo>
                  <a:pt x="4352473" y="917435"/>
                  <a:pt x="4677471" y="874792"/>
                  <a:pt x="5006708" y="904501"/>
                </a:cubicBezTo>
                <a:cubicBezTo>
                  <a:pt x="5076177" y="910762"/>
                  <a:pt x="5148763" y="921021"/>
                  <a:pt x="5211123" y="948486"/>
                </a:cubicBezTo>
                <a:cubicBezTo>
                  <a:pt x="5340827" y="1005396"/>
                  <a:pt x="5364936" y="1124455"/>
                  <a:pt x="5270931" y="1231797"/>
                </a:cubicBezTo>
                <a:cubicBezTo>
                  <a:pt x="5228471" y="1279975"/>
                  <a:pt x="5175074" y="1325941"/>
                  <a:pt x="5117412" y="1352055"/>
                </a:cubicBezTo>
                <a:cubicBezTo>
                  <a:pt x="4843310" y="1477503"/>
                  <a:pt x="4560190" y="1553084"/>
                  <a:pt x="4252698" y="1508702"/>
                </a:cubicBezTo>
                <a:cubicBezTo>
                  <a:pt x="3919457" y="1460045"/>
                  <a:pt x="3612287" y="1333640"/>
                  <a:pt x="3306404" y="1204901"/>
                </a:cubicBezTo>
                <a:cubicBezTo>
                  <a:pt x="3189204" y="1155632"/>
                  <a:pt x="3073258" y="1134452"/>
                  <a:pt x="2947668" y="1130798"/>
                </a:cubicBezTo>
                <a:cubicBezTo>
                  <a:pt x="3070626" y="1222052"/>
                  <a:pt x="3201682" y="1297211"/>
                  <a:pt x="3322308" y="1387182"/>
                </a:cubicBezTo>
                <a:cubicBezTo>
                  <a:pt x="3388552" y="1436573"/>
                  <a:pt x="3449936" y="1503077"/>
                  <a:pt x="3488446" y="1575262"/>
                </a:cubicBezTo>
                <a:cubicBezTo>
                  <a:pt x="3554669" y="1699227"/>
                  <a:pt x="3487062" y="1831750"/>
                  <a:pt x="3351452" y="1869771"/>
                </a:cubicBezTo>
                <a:cubicBezTo>
                  <a:pt x="3294209" y="1885459"/>
                  <a:pt x="3235196" y="1893324"/>
                  <a:pt x="3162816" y="1907535"/>
                </a:cubicBezTo>
                <a:cubicBezTo>
                  <a:pt x="3196494" y="1944333"/>
                  <a:pt x="3221225" y="1973924"/>
                  <a:pt x="3249051" y="2000652"/>
                </a:cubicBezTo>
                <a:cubicBezTo>
                  <a:pt x="3448055" y="2193878"/>
                  <a:pt x="3538992" y="2444086"/>
                  <a:pt x="3619277" y="2699849"/>
                </a:cubicBezTo>
                <a:cubicBezTo>
                  <a:pt x="3655728" y="2815803"/>
                  <a:pt x="3658305" y="2914642"/>
                  <a:pt x="3563771" y="2998100"/>
                </a:cubicBezTo>
                <a:cubicBezTo>
                  <a:pt x="3490439" y="3058211"/>
                  <a:pt x="2555712" y="2304117"/>
                  <a:pt x="2376611" y="1801423"/>
                </a:cubicBezTo>
                <a:cubicBezTo>
                  <a:pt x="2337268" y="1690725"/>
                  <a:pt x="2269803" y="1582818"/>
                  <a:pt x="2191088" y="1495361"/>
                </a:cubicBezTo>
                <a:cubicBezTo>
                  <a:pt x="2114906" y="1411580"/>
                  <a:pt x="2006549" y="1357283"/>
                  <a:pt x="1913989" y="1288084"/>
                </a:cubicBezTo>
                <a:cubicBezTo>
                  <a:pt x="1717006" y="1140874"/>
                  <a:pt x="1515964" y="998282"/>
                  <a:pt x="1366465" y="796526"/>
                </a:cubicBezTo>
                <a:cubicBezTo>
                  <a:pt x="1331982" y="750151"/>
                  <a:pt x="1281277" y="707028"/>
                  <a:pt x="1228305" y="683208"/>
                </a:cubicBezTo>
                <a:cubicBezTo>
                  <a:pt x="994529" y="576640"/>
                  <a:pt x="757798" y="476819"/>
                  <a:pt x="521390" y="376414"/>
                </a:cubicBezTo>
                <a:cubicBezTo>
                  <a:pt x="491216" y="363615"/>
                  <a:pt x="455516" y="362237"/>
                  <a:pt x="418831" y="355751"/>
                </a:cubicBezTo>
                <a:cubicBezTo>
                  <a:pt x="544655" y="494248"/>
                  <a:pt x="667864" y="623694"/>
                  <a:pt x="784300" y="758546"/>
                </a:cubicBezTo>
                <a:cubicBezTo>
                  <a:pt x="866274" y="853887"/>
                  <a:pt x="938059" y="958081"/>
                  <a:pt x="1018486" y="1054852"/>
                </a:cubicBezTo>
                <a:cubicBezTo>
                  <a:pt x="1177650" y="1245944"/>
                  <a:pt x="1247636" y="1476251"/>
                  <a:pt x="1313041" y="1709365"/>
                </a:cubicBezTo>
                <a:cubicBezTo>
                  <a:pt x="1319519" y="1733480"/>
                  <a:pt x="1322963" y="1758969"/>
                  <a:pt x="1324336" y="1784079"/>
                </a:cubicBezTo>
                <a:cubicBezTo>
                  <a:pt x="1329430" y="1901808"/>
                  <a:pt x="1288637" y="1945576"/>
                  <a:pt x="1172892" y="1926790"/>
                </a:cubicBezTo>
                <a:cubicBezTo>
                  <a:pt x="1002673" y="1899340"/>
                  <a:pt x="839302" y="1849781"/>
                  <a:pt x="709643" y="1725156"/>
                </a:cubicBezTo>
                <a:cubicBezTo>
                  <a:pt x="441360" y="1466315"/>
                  <a:pt x="194712" y="1191407"/>
                  <a:pt x="33838" y="854147"/>
                </a:cubicBezTo>
                <a:lnTo>
                  <a:pt x="0" y="775028"/>
                </a:lnTo>
                <a:lnTo>
                  <a:pt x="0" y="574413"/>
                </a:lnTo>
                <a:lnTo>
                  <a:pt x="81544" y="772337"/>
                </a:lnTo>
                <a:cubicBezTo>
                  <a:pt x="127163" y="865590"/>
                  <a:pt x="178162" y="955302"/>
                  <a:pt x="233872" y="1042469"/>
                </a:cubicBezTo>
                <a:cubicBezTo>
                  <a:pt x="385811" y="1279818"/>
                  <a:pt x="567173" y="1496823"/>
                  <a:pt x="779804" y="1684609"/>
                </a:cubicBezTo>
                <a:cubicBezTo>
                  <a:pt x="905541" y="1795658"/>
                  <a:pt x="1054418" y="1842571"/>
                  <a:pt x="1245599" y="1852634"/>
                </a:cubicBezTo>
                <a:cubicBezTo>
                  <a:pt x="1229656" y="1760140"/>
                  <a:pt x="1228430" y="1679551"/>
                  <a:pt x="1202402" y="1608146"/>
                </a:cubicBezTo>
                <a:cubicBezTo>
                  <a:pt x="1026544" y="1128546"/>
                  <a:pt x="711392" y="748872"/>
                  <a:pt x="330122" y="420340"/>
                </a:cubicBezTo>
                <a:cubicBezTo>
                  <a:pt x="296728" y="391309"/>
                  <a:pt x="255536" y="370927"/>
                  <a:pt x="218083" y="346512"/>
                </a:cubicBezTo>
                <a:cubicBezTo>
                  <a:pt x="356946" y="538609"/>
                  <a:pt x="502640" y="723811"/>
                  <a:pt x="629364" y="921408"/>
                </a:cubicBezTo>
                <a:cubicBezTo>
                  <a:pt x="755242" y="1117777"/>
                  <a:pt x="931063" y="1279980"/>
                  <a:pt x="1012710" y="1516704"/>
                </a:cubicBezTo>
                <a:cubicBezTo>
                  <a:pt x="990114" y="1508076"/>
                  <a:pt x="957712" y="1506228"/>
                  <a:pt x="945567" y="1489651"/>
                </a:cubicBezTo>
                <a:cubicBezTo>
                  <a:pt x="791383" y="1278467"/>
                  <a:pt x="644554" y="1062197"/>
                  <a:pt x="487597" y="853293"/>
                </a:cubicBezTo>
                <a:cubicBezTo>
                  <a:pt x="376162" y="705208"/>
                  <a:pt x="258015" y="561042"/>
                  <a:pt x="132072" y="425524"/>
                </a:cubicBezTo>
                <a:cubicBezTo>
                  <a:pt x="110538" y="402544"/>
                  <a:pt x="85170" y="383233"/>
                  <a:pt x="57200" y="365059"/>
                </a:cubicBezTo>
                <a:lnTo>
                  <a:pt x="0" y="331148"/>
                </a:lnTo>
                <a:lnTo>
                  <a:pt x="0" y="32848"/>
                </a:lnTo>
                <a:lnTo>
                  <a:pt x="458365" y="261818"/>
                </a:lnTo>
                <a:cubicBezTo>
                  <a:pt x="497225" y="280919"/>
                  <a:pt x="572366" y="301717"/>
                  <a:pt x="583699" y="286642"/>
                </a:cubicBezTo>
                <a:cubicBezTo>
                  <a:pt x="635401" y="216149"/>
                  <a:pt x="693685" y="263443"/>
                  <a:pt x="747674" y="261947"/>
                </a:cubicBezTo>
                <a:cubicBezTo>
                  <a:pt x="807936" y="260097"/>
                  <a:pt x="868301" y="270481"/>
                  <a:pt x="928361" y="266236"/>
                </a:cubicBezTo>
                <a:cubicBezTo>
                  <a:pt x="1371152" y="235893"/>
                  <a:pt x="1812613" y="194166"/>
                  <a:pt x="2243422" y="76555"/>
                </a:cubicBezTo>
                <a:cubicBezTo>
                  <a:pt x="2416799" y="29253"/>
                  <a:pt x="2591297" y="4069"/>
                  <a:pt x="2766268" y="455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: Form 11">
            <a:extLst>
              <a:ext uri="{FF2B5EF4-FFF2-40B4-BE49-F238E27FC236}">
                <a16:creationId xmlns:a16="http://schemas.microsoft.com/office/drawing/2014/main" id="{7A7BB3C1-4B05-D5B3-C61C-1CD390CEEF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8383" y="5597818"/>
            <a:ext cx="2430115" cy="1294338"/>
          </a:xfrm>
          <a:custGeom>
            <a:avLst/>
            <a:gdLst>
              <a:gd name="connsiteX0" fmla="*/ 945169 w 2445355"/>
              <a:gd name="connsiteY0" fmla="*/ 789 h 1315293"/>
              <a:gd name="connsiteX1" fmla="*/ 1083192 w 2445355"/>
              <a:gd name="connsiteY1" fmla="*/ 15575 h 1315293"/>
              <a:gd name="connsiteX2" fmla="*/ 1778340 w 2445355"/>
              <a:gd name="connsiteY2" fmla="*/ 301396 h 1315293"/>
              <a:gd name="connsiteX3" fmla="*/ 2419558 w 2445355"/>
              <a:gd name="connsiteY3" fmla="*/ 1243748 h 1315293"/>
              <a:gd name="connsiteX4" fmla="*/ 2445355 w 2445355"/>
              <a:gd name="connsiteY4" fmla="*/ 1315293 h 1315293"/>
              <a:gd name="connsiteX5" fmla="*/ 0 w 2445355"/>
              <a:gd name="connsiteY5" fmla="*/ 1315293 h 1315293"/>
              <a:gd name="connsiteX6" fmla="*/ 18759 w 2445355"/>
              <a:gd name="connsiteY6" fmla="*/ 1065812 h 1315293"/>
              <a:gd name="connsiteX7" fmla="*/ 421385 w 2445355"/>
              <a:gd name="connsiteY7" fmla="*/ 160260 h 1315293"/>
              <a:gd name="connsiteX8" fmla="*/ 945169 w 2445355"/>
              <a:gd name="connsiteY8" fmla="*/ 789 h 1315293"/>
              <a:gd name="connsiteX0" fmla="*/ 2445355 w 2536795"/>
              <a:gd name="connsiteY0" fmla="*/ 1315293 h 1406733"/>
              <a:gd name="connsiteX1" fmla="*/ 0 w 2536795"/>
              <a:gd name="connsiteY1" fmla="*/ 1315293 h 1406733"/>
              <a:gd name="connsiteX2" fmla="*/ 18759 w 2536795"/>
              <a:gd name="connsiteY2" fmla="*/ 1065812 h 1406733"/>
              <a:gd name="connsiteX3" fmla="*/ 421385 w 2536795"/>
              <a:gd name="connsiteY3" fmla="*/ 160260 h 1406733"/>
              <a:gd name="connsiteX4" fmla="*/ 945169 w 2536795"/>
              <a:gd name="connsiteY4" fmla="*/ 789 h 1406733"/>
              <a:gd name="connsiteX5" fmla="*/ 1083192 w 2536795"/>
              <a:gd name="connsiteY5" fmla="*/ 15575 h 1406733"/>
              <a:gd name="connsiteX6" fmla="*/ 1778340 w 2536795"/>
              <a:gd name="connsiteY6" fmla="*/ 301396 h 1406733"/>
              <a:gd name="connsiteX7" fmla="*/ 2419558 w 2536795"/>
              <a:gd name="connsiteY7" fmla="*/ 1243748 h 1406733"/>
              <a:gd name="connsiteX8" fmla="*/ 2536795 w 2536795"/>
              <a:gd name="connsiteY8" fmla="*/ 1406733 h 140673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0 w 2430115"/>
              <a:gd name="connsiteY0" fmla="*/ 1315293 h 1315293"/>
              <a:gd name="connsiteX1" fmla="*/ 18759 w 2430115"/>
              <a:gd name="connsiteY1" fmla="*/ 1065812 h 1315293"/>
              <a:gd name="connsiteX2" fmla="*/ 421385 w 2430115"/>
              <a:gd name="connsiteY2" fmla="*/ 160260 h 1315293"/>
              <a:gd name="connsiteX3" fmla="*/ 945169 w 2430115"/>
              <a:gd name="connsiteY3" fmla="*/ 789 h 1315293"/>
              <a:gd name="connsiteX4" fmla="*/ 1083192 w 2430115"/>
              <a:gd name="connsiteY4" fmla="*/ 15575 h 1315293"/>
              <a:gd name="connsiteX5" fmla="*/ 1778340 w 2430115"/>
              <a:gd name="connsiteY5" fmla="*/ 301396 h 1315293"/>
              <a:gd name="connsiteX6" fmla="*/ 2419558 w 2430115"/>
              <a:gd name="connsiteY6" fmla="*/ 1243748 h 1315293"/>
              <a:gd name="connsiteX7" fmla="*/ 2430115 w 2430115"/>
              <a:gd name="connsiteY7" fmla="*/ 1294338 h 1315293"/>
              <a:gd name="connsiteX0" fmla="*/ 0 w 2430115"/>
              <a:gd name="connsiteY0" fmla="*/ 1281003 h 1294338"/>
              <a:gd name="connsiteX1" fmla="*/ 18759 w 2430115"/>
              <a:gd name="connsiteY1" fmla="*/ 1065812 h 1294338"/>
              <a:gd name="connsiteX2" fmla="*/ 421385 w 2430115"/>
              <a:gd name="connsiteY2" fmla="*/ 160260 h 1294338"/>
              <a:gd name="connsiteX3" fmla="*/ 945169 w 2430115"/>
              <a:gd name="connsiteY3" fmla="*/ 789 h 1294338"/>
              <a:gd name="connsiteX4" fmla="*/ 1083192 w 2430115"/>
              <a:gd name="connsiteY4" fmla="*/ 15575 h 1294338"/>
              <a:gd name="connsiteX5" fmla="*/ 1778340 w 2430115"/>
              <a:gd name="connsiteY5" fmla="*/ 301396 h 1294338"/>
              <a:gd name="connsiteX6" fmla="*/ 2419558 w 2430115"/>
              <a:gd name="connsiteY6" fmla="*/ 1243748 h 1294338"/>
              <a:gd name="connsiteX7" fmla="*/ 2430115 w 2430115"/>
              <a:gd name="connsiteY7" fmla="*/ 1294338 h 129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0115" h="1294338">
                <a:moveTo>
                  <a:pt x="0" y="1281003"/>
                </a:moveTo>
                <a:lnTo>
                  <a:pt x="18759" y="1065812"/>
                </a:lnTo>
                <a:cubicBezTo>
                  <a:pt x="68103" y="677825"/>
                  <a:pt x="196828" y="335497"/>
                  <a:pt x="421385" y="160260"/>
                </a:cubicBezTo>
                <a:cubicBezTo>
                  <a:pt x="597747" y="22631"/>
                  <a:pt x="791587" y="-5390"/>
                  <a:pt x="945169" y="789"/>
                </a:cubicBezTo>
                <a:cubicBezTo>
                  <a:pt x="996362" y="2849"/>
                  <a:pt x="1043083" y="8708"/>
                  <a:pt x="1083192" y="15575"/>
                </a:cubicBezTo>
                <a:cubicBezTo>
                  <a:pt x="1244041" y="37412"/>
                  <a:pt x="1507299" y="98636"/>
                  <a:pt x="1778340" y="301396"/>
                </a:cubicBezTo>
                <a:cubicBezTo>
                  <a:pt x="2076448" y="524423"/>
                  <a:pt x="2262092" y="827463"/>
                  <a:pt x="2419558" y="1243748"/>
                </a:cubicBezTo>
                <a:cubicBezTo>
                  <a:pt x="2428157" y="1267596"/>
                  <a:pt x="2430115" y="1294338"/>
                  <a:pt x="2430115" y="1294338"/>
                </a:cubicBezTo>
              </a:path>
            </a:pathLst>
          </a:custGeom>
          <a:noFill/>
          <a:ln w="381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CE6955A7-F39A-1FBB-FF32-C6F0E3289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4" y="3988558"/>
            <a:ext cx="2469462" cy="2893553"/>
          </a:xfrm>
          <a:custGeom>
            <a:avLst/>
            <a:gdLst>
              <a:gd name="connsiteX0" fmla="*/ 194658 w 2477082"/>
              <a:gd name="connsiteY0" fmla="*/ 123 h 2924552"/>
              <a:gd name="connsiteX1" fmla="*/ 1254757 w 2477082"/>
              <a:gd name="connsiteY1" fmla="*/ 251792 h 2924552"/>
              <a:gd name="connsiteX2" fmla="*/ 2447922 w 2477082"/>
              <a:gd name="connsiteY2" fmla="*/ 2893553 h 2924552"/>
              <a:gd name="connsiteX3" fmla="*/ 2441508 w 2477082"/>
              <a:gd name="connsiteY3" fmla="*/ 2924552 h 2924552"/>
              <a:gd name="connsiteX4" fmla="*/ 0 w 2477082"/>
              <a:gd name="connsiteY4" fmla="*/ 2924552 h 2924552"/>
              <a:gd name="connsiteX5" fmla="*/ 0 w 2477082"/>
              <a:gd name="connsiteY5" fmla="*/ 13617 h 2924552"/>
              <a:gd name="connsiteX6" fmla="*/ 59230 w 2477082"/>
              <a:gd name="connsiteY6" fmla="*/ 6396 h 2924552"/>
              <a:gd name="connsiteX7" fmla="*/ 194658 w 2477082"/>
              <a:gd name="connsiteY7" fmla="*/ 123 h 2924552"/>
              <a:gd name="connsiteX0" fmla="*/ 2441508 w 2532948"/>
              <a:gd name="connsiteY0" fmla="*/ 2924552 h 3015992"/>
              <a:gd name="connsiteX1" fmla="*/ 0 w 2532948"/>
              <a:gd name="connsiteY1" fmla="*/ 2924552 h 3015992"/>
              <a:gd name="connsiteX2" fmla="*/ 0 w 2532948"/>
              <a:gd name="connsiteY2" fmla="*/ 13617 h 3015992"/>
              <a:gd name="connsiteX3" fmla="*/ 59230 w 2532948"/>
              <a:gd name="connsiteY3" fmla="*/ 6396 h 3015992"/>
              <a:gd name="connsiteX4" fmla="*/ 194658 w 2532948"/>
              <a:gd name="connsiteY4" fmla="*/ 123 h 3015992"/>
              <a:gd name="connsiteX5" fmla="*/ 1254757 w 2532948"/>
              <a:gd name="connsiteY5" fmla="*/ 251792 h 3015992"/>
              <a:gd name="connsiteX6" fmla="*/ 2447922 w 2532948"/>
              <a:gd name="connsiteY6" fmla="*/ 2893553 h 3015992"/>
              <a:gd name="connsiteX7" fmla="*/ 2532948 w 2532948"/>
              <a:gd name="connsiteY7" fmla="*/ 3015992 h 3015992"/>
              <a:gd name="connsiteX0" fmla="*/ 0 w 2532948"/>
              <a:gd name="connsiteY0" fmla="*/ 2924552 h 3015992"/>
              <a:gd name="connsiteX1" fmla="*/ 0 w 2532948"/>
              <a:gd name="connsiteY1" fmla="*/ 13617 h 3015992"/>
              <a:gd name="connsiteX2" fmla="*/ 59230 w 2532948"/>
              <a:gd name="connsiteY2" fmla="*/ 6396 h 3015992"/>
              <a:gd name="connsiteX3" fmla="*/ 194658 w 2532948"/>
              <a:gd name="connsiteY3" fmla="*/ 123 h 3015992"/>
              <a:gd name="connsiteX4" fmla="*/ 1254757 w 2532948"/>
              <a:gd name="connsiteY4" fmla="*/ 251792 h 3015992"/>
              <a:gd name="connsiteX5" fmla="*/ 2447922 w 2532948"/>
              <a:gd name="connsiteY5" fmla="*/ 2893553 h 3015992"/>
              <a:gd name="connsiteX6" fmla="*/ 2532948 w 2532948"/>
              <a:gd name="connsiteY6" fmla="*/ 3015992 h 3015992"/>
              <a:gd name="connsiteX0" fmla="*/ 0 w 2532948"/>
              <a:gd name="connsiteY0" fmla="*/ 13617 h 3015992"/>
              <a:gd name="connsiteX1" fmla="*/ 59230 w 2532948"/>
              <a:gd name="connsiteY1" fmla="*/ 6396 h 3015992"/>
              <a:gd name="connsiteX2" fmla="*/ 194658 w 2532948"/>
              <a:gd name="connsiteY2" fmla="*/ 123 h 3015992"/>
              <a:gd name="connsiteX3" fmla="*/ 1254757 w 2532948"/>
              <a:gd name="connsiteY3" fmla="*/ 251792 h 3015992"/>
              <a:gd name="connsiteX4" fmla="*/ 2447922 w 2532948"/>
              <a:gd name="connsiteY4" fmla="*/ 2893553 h 3015992"/>
              <a:gd name="connsiteX5" fmla="*/ 2532948 w 2532948"/>
              <a:gd name="connsiteY5" fmla="*/ 3015992 h 3015992"/>
              <a:gd name="connsiteX0" fmla="*/ 0 w 2538663"/>
              <a:gd name="connsiteY0" fmla="*/ 25047 h 3015992"/>
              <a:gd name="connsiteX1" fmla="*/ 64945 w 2538663"/>
              <a:gd name="connsiteY1" fmla="*/ 6396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38663"/>
              <a:gd name="connsiteY0" fmla="*/ 25047 h 3015992"/>
              <a:gd name="connsiteX1" fmla="*/ 63040 w 2538663"/>
              <a:gd name="connsiteY1" fmla="*/ 15921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25328"/>
              <a:gd name="connsiteY0" fmla="*/ 28857 h 3015992"/>
              <a:gd name="connsiteX1" fmla="*/ 49705 w 2525328"/>
              <a:gd name="connsiteY1" fmla="*/ 15921 h 3015992"/>
              <a:gd name="connsiteX2" fmla="*/ 187038 w 2525328"/>
              <a:gd name="connsiteY2" fmla="*/ 123 h 3015992"/>
              <a:gd name="connsiteX3" fmla="*/ 1247137 w 2525328"/>
              <a:gd name="connsiteY3" fmla="*/ 251792 h 3015992"/>
              <a:gd name="connsiteX4" fmla="*/ 2440302 w 2525328"/>
              <a:gd name="connsiteY4" fmla="*/ 2893553 h 3015992"/>
              <a:gd name="connsiteX5" fmla="*/ 2525328 w 2525328"/>
              <a:gd name="connsiteY5" fmla="*/ 3015992 h 3015992"/>
              <a:gd name="connsiteX0" fmla="*/ 0 w 2469462"/>
              <a:gd name="connsiteY0" fmla="*/ 28857 h 2893553"/>
              <a:gd name="connsiteX1" fmla="*/ 49705 w 2469462"/>
              <a:gd name="connsiteY1" fmla="*/ 15921 h 2893553"/>
              <a:gd name="connsiteX2" fmla="*/ 187038 w 2469462"/>
              <a:gd name="connsiteY2" fmla="*/ 123 h 2893553"/>
              <a:gd name="connsiteX3" fmla="*/ 1247137 w 2469462"/>
              <a:gd name="connsiteY3" fmla="*/ 251792 h 2893553"/>
              <a:gd name="connsiteX4" fmla="*/ 2440302 w 2469462"/>
              <a:gd name="connsiteY4" fmla="*/ 2893553 h 2893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9462" h="2893553">
                <a:moveTo>
                  <a:pt x="0" y="28857"/>
                </a:moveTo>
                <a:lnTo>
                  <a:pt x="49705" y="15921"/>
                </a:lnTo>
                <a:cubicBezTo>
                  <a:pt x="94327" y="12220"/>
                  <a:pt x="141445" y="627"/>
                  <a:pt x="187038" y="123"/>
                </a:cubicBezTo>
                <a:cubicBezTo>
                  <a:pt x="551780" y="-3908"/>
                  <a:pt x="940882" y="92105"/>
                  <a:pt x="1247137" y="251792"/>
                </a:cubicBezTo>
                <a:cubicBezTo>
                  <a:pt x="2215986" y="756901"/>
                  <a:pt x="2581199" y="2010367"/>
                  <a:pt x="2440302" y="2893553"/>
                </a:cubicBezTo>
              </a:path>
            </a:pathLst>
          </a:custGeom>
          <a:noFill/>
          <a:ln w="635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1467" y="914400"/>
            <a:ext cx="5641848" cy="5029200"/>
          </a:xfrm>
        </p:spPr>
        <p:txBody>
          <a:bodyPr rtlCol="0" anchor="ctr" anchorCtr="0"/>
          <a:lstStyle>
            <a:lvl1pPr algn="l">
              <a:defRPr lang="de-DE" sz="320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47C94B-98C2-CC0F-92FC-1505771390B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868956" y="1143000"/>
            <a:ext cx="4190999" cy="4679830"/>
          </a:xfrm>
        </p:spPr>
        <p:txBody>
          <a:bodyPr rtlCol="0"/>
          <a:lstStyle>
            <a:lvl1pPr marL="0" indent="0" algn="r">
              <a:buNone/>
              <a:defRPr lang="de-DE" sz="2400" cap="all" baseline="0"/>
            </a:lvl1pPr>
            <a:lvl2pPr marL="457200" indent="0" algn="r">
              <a:buNone/>
              <a:defRPr lang="de-DE" sz="1800">
                <a:latin typeface="+mj-lt"/>
              </a:defRPr>
            </a:lvl2pPr>
            <a:lvl3pPr marL="914400" indent="0" algn="r">
              <a:buNone/>
              <a:defRPr lang="de-DE"/>
            </a:lvl3pPr>
            <a:lvl4pPr marL="1371600" indent="0" algn="r">
              <a:buNone/>
              <a:defRPr lang="de-DE"/>
            </a:lvl4pPr>
            <a:lvl5pPr marL="1828800" indent="0" algn="r">
              <a:buNone/>
              <a:defRPr lang="de-DE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970575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mit Beschrift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06890132-DB42-A903-1EAB-CA29D3F043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>
              <a:lnSpc>
                <a:spcPct val="75000"/>
              </a:lnSpc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pic>
        <p:nvPicPr>
          <p:cNvPr id="9" name="Bild 8">
            <a:extLst>
              <a:ext uri="{FF2B5EF4-FFF2-40B4-BE49-F238E27FC236}">
                <a16:creationId xmlns:a16="http://schemas.microsoft.com/office/drawing/2014/main" id="{B5ED90D1-D640-D115-6711-35DE812FC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875319"/>
            <a:ext cx="4727117" cy="4998132"/>
          </a:xfrm>
          <a:prstGeom prst="rect">
            <a:avLst/>
          </a:prstGeom>
        </p:spPr>
      </p:pic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8D9EAE4-01F5-6C99-C91E-BF0FD0CD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67286" y="1"/>
            <a:ext cx="5324716" cy="6417732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401941" y="0"/>
            <a:ext cx="4790059" cy="6587067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t">
            <a:noAutofit/>
          </a:bodyPr>
          <a:lstStyle>
            <a:lvl1pPr marL="0" indent="0" algn="r">
              <a:buNone/>
              <a:defRPr lang="de-DE" sz="1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65971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nittsüberschrift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>
            <a:extLst>
              <a:ext uri="{FF2B5EF4-FFF2-40B4-BE49-F238E27FC236}">
                <a16:creationId xmlns:a16="http://schemas.microsoft.com/office/drawing/2014/main" id="{D24A04BE-9BA3-80DD-EE68-A8B8BA085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18777" y="0"/>
            <a:ext cx="5288935" cy="6857999"/>
          </a:xfrm>
          <a:custGeom>
            <a:avLst/>
            <a:gdLst>
              <a:gd name="connsiteX0" fmla="*/ 5288935 w 5288935"/>
              <a:gd name="connsiteY0" fmla="*/ 5846993 h 6857999"/>
              <a:gd name="connsiteX1" fmla="*/ 5288935 w 5288935"/>
              <a:gd name="connsiteY1" fmla="*/ 6857999 h 6857999"/>
              <a:gd name="connsiteX2" fmla="*/ 4837168 w 5288935"/>
              <a:gd name="connsiteY2" fmla="*/ 6857999 h 6857999"/>
              <a:gd name="connsiteX3" fmla="*/ 4970284 w 5288935"/>
              <a:gd name="connsiteY3" fmla="*/ 6566499 h 6857999"/>
              <a:gd name="connsiteX4" fmla="*/ 5151893 w 5288935"/>
              <a:gd name="connsiteY4" fmla="*/ 6167371 h 6857999"/>
              <a:gd name="connsiteX5" fmla="*/ 13164 w 5288935"/>
              <a:gd name="connsiteY5" fmla="*/ 0 h 6857999"/>
              <a:gd name="connsiteX6" fmla="*/ 5288935 w 5288935"/>
              <a:gd name="connsiteY6" fmla="*/ 0 h 6857999"/>
              <a:gd name="connsiteX7" fmla="*/ 5288935 w 5288935"/>
              <a:gd name="connsiteY7" fmla="*/ 3411849 h 6857999"/>
              <a:gd name="connsiteX8" fmla="*/ 5247557 w 5288935"/>
              <a:gd name="connsiteY8" fmla="*/ 3366169 h 6857999"/>
              <a:gd name="connsiteX9" fmla="*/ 333189 w 5288935"/>
              <a:gd name="connsiteY9" fmla="*/ 1342399 h 6857999"/>
              <a:gd name="connsiteX10" fmla="*/ 10627 w 5288935"/>
              <a:gd name="connsiteY10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288935" h="6857999">
                <a:moveTo>
                  <a:pt x="5288935" y="5846993"/>
                </a:moveTo>
                <a:lnTo>
                  <a:pt x="5288935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031407" y="6433649"/>
                  <a:pt x="5092600" y="6300408"/>
                  <a:pt x="5151893" y="6167371"/>
                </a:cubicBezTo>
                <a:close/>
                <a:moveTo>
                  <a:pt x="13164" y="0"/>
                </a:moveTo>
                <a:lnTo>
                  <a:pt x="5288935" y="0"/>
                </a:lnTo>
                <a:lnTo>
                  <a:pt x="5288935" y="3411849"/>
                </a:lnTo>
                <a:lnTo>
                  <a:pt x="5247557" y="3366169"/>
                </a:lnTo>
                <a:cubicBezTo>
                  <a:pt x="4159360" y="2292541"/>
                  <a:pt x="1405487" y="3120418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>
              <a:alpha val="50242"/>
            </a:schemeClr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Freihandform: Form 27">
            <a:extLst>
              <a:ext uri="{FF2B5EF4-FFF2-40B4-BE49-F238E27FC236}">
                <a16:creationId xmlns:a16="http://schemas.microsoft.com/office/drawing/2014/main" id="{9E4F6A04-3331-D4C7-3EAE-0F69B48A7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0" y="-26179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0587ACFB-02E0-79F1-D5B0-E8B18598D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852384F4-F6AD-F668-A66B-AEFD70995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205" y="914400"/>
            <a:ext cx="5449824" cy="3538728"/>
          </a:xfrm>
        </p:spPr>
        <p:txBody>
          <a:bodyPr rtlCol="0" anchor="b"/>
          <a:lstStyle>
            <a:lvl1pPr>
              <a:lnSpc>
                <a:spcPct val="75000"/>
              </a:lnSpc>
              <a:defRPr lang="de-DE" sz="48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1AA0A37B-4C20-7766-0623-4E06EA6A5C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261780"/>
            <a:ext cx="5046134" cy="6596220"/>
          </a:xfrm>
          <a:custGeom>
            <a:avLst/>
            <a:gdLst>
              <a:gd name="connsiteX0" fmla="*/ 184819 w 5046134"/>
              <a:gd name="connsiteY0" fmla="*/ 2431 h 6596220"/>
              <a:gd name="connsiteX1" fmla="*/ 3414011 w 5046134"/>
              <a:gd name="connsiteY1" fmla="*/ 979324 h 6596220"/>
              <a:gd name="connsiteX2" fmla="*/ 5034288 w 5046134"/>
              <a:gd name="connsiteY2" fmla="*/ 4832904 h 6596220"/>
              <a:gd name="connsiteX3" fmla="*/ 5046134 w 5046134"/>
              <a:gd name="connsiteY3" fmla="*/ 5085904 h 6596220"/>
              <a:gd name="connsiteX4" fmla="*/ 5046134 w 5046134"/>
              <a:gd name="connsiteY4" fmla="*/ 5736037 h 6596220"/>
              <a:gd name="connsiteX5" fmla="*/ 5031481 w 5046134"/>
              <a:gd name="connsiteY5" fmla="*/ 6021198 h 6596220"/>
              <a:gd name="connsiteX6" fmla="*/ 4991180 w 5046134"/>
              <a:gd name="connsiteY6" fmla="*/ 6417518 h 6596220"/>
              <a:gd name="connsiteX7" fmla="*/ 4964840 w 5046134"/>
              <a:gd name="connsiteY7" fmla="*/ 6596220 h 6596220"/>
              <a:gd name="connsiteX8" fmla="*/ 0 w 5046134"/>
              <a:gd name="connsiteY8" fmla="*/ 6596220 h 6596220"/>
              <a:gd name="connsiteX9" fmla="*/ 0 w 5046134"/>
              <a:gd name="connsiteY9" fmla="*/ 11979 h 6596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46134" h="6596220">
                <a:moveTo>
                  <a:pt x="184819" y="2431"/>
                </a:moveTo>
                <a:cubicBezTo>
                  <a:pt x="1439107" y="-30530"/>
                  <a:pt x="2603639" y="270589"/>
                  <a:pt x="3414011" y="979324"/>
                </a:cubicBezTo>
                <a:cubicBezTo>
                  <a:pt x="4354193" y="1801574"/>
                  <a:pt x="4922268" y="3264010"/>
                  <a:pt x="5034288" y="4832904"/>
                </a:cubicBezTo>
                <a:lnTo>
                  <a:pt x="5046134" y="5085904"/>
                </a:lnTo>
                <a:lnTo>
                  <a:pt x="5046134" y="5736037"/>
                </a:lnTo>
                <a:lnTo>
                  <a:pt x="5031481" y="6021198"/>
                </a:lnTo>
                <a:cubicBezTo>
                  <a:pt x="5021376" y="6153595"/>
                  <a:pt x="5007959" y="6285805"/>
                  <a:pt x="4991180" y="6417518"/>
                </a:cubicBezTo>
                <a:lnTo>
                  <a:pt x="4964840" y="6596220"/>
                </a:lnTo>
                <a:lnTo>
                  <a:pt x="0" y="6596220"/>
                </a:lnTo>
                <a:lnTo>
                  <a:pt x="0" y="1197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914400" rtlCol="0">
            <a:noAutofit/>
          </a:bodyPr>
          <a:lstStyle>
            <a:lvl1pPr marL="0" indent="0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83E1E65B-8F03-21A6-6A59-95F0691D885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827204" y="4681728"/>
            <a:ext cx="5449824" cy="1280160"/>
          </a:xfrm>
        </p:spPr>
        <p:txBody>
          <a:bodyPr rtlCol="0">
            <a:noAutofit/>
          </a:bodyPr>
          <a:lstStyle>
            <a:lvl1pPr marL="0" indent="0">
              <a:buFont typeface="Courier New" panose="02070309020205020404" pitchFamily="49" charset="0"/>
              <a:buNone/>
              <a:defRPr lang="de-DE" sz="2400" b="0" cap="all" baseline="0"/>
            </a:lvl1pPr>
            <a:lvl2pPr>
              <a:defRPr lang="de-DE" sz="2400"/>
            </a:lvl2pPr>
            <a:lvl3pPr>
              <a:defRPr lang="de-DE" sz="2400"/>
            </a:lvl3pPr>
            <a:lvl4pPr>
              <a:defRPr lang="de-DE" sz="2400"/>
            </a:lvl4pPr>
            <a:lvl5pPr>
              <a:defRPr lang="de-DE" sz="2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223444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98639877-C4A6-4E44-C600-FE3C6CD5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0439AA5-A7EE-A20E-BB67-D356776D0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39E752F7-61F0-6779-9E8E-3541BFF7D2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el 1">
            <a:extLst>
              <a:ext uri="{FF2B5EF4-FFF2-40B4-BE49-F238E27FC236}">
                <a16:creationId xmlns:a16="http://schemas.microsoft.com/office/drawing/2014/main" id="{FA7EBEDF-950A-F10B-DA20-24FB5214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6FD0E545-8D0D-B848-836A-23CEBCD6B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5010313"/>
            <a:ext cx="3307890" cy="1876021"/>
          </a:xfrm>
          <a:custGeom>
            <a:avLst/>
            <a:gdLst>
              <a:gd name="connsiteX0" fmla="*/ 3307890 w 3307890"/>
              <a:gd name="connsiteY0" fmla="*/ 1876021 h 1876021"/>
              <a:gd name="connsiteX1" fmla="*/ 3062737 w 3307890"/>
              <a:gd name="connsiteY1" fmla="*/ 1792455 h 1876021"/>
              <a:gd name="connsiteX2" fmla="*/ 56315 w 3307890"/>
              <a:gd name="connsiteY2" fmla="*/ 110172 h 1876021"/>
              <a:gd name="connsiteX3" fmla="*/ 0 w 3307890"/>
              <a:gd name="connsiteY3" fmla="*/ 0 h 1876021"/>
              <a:gd name="connsiteX4" fmla="*/ 3307890 w 3307890"/>
              <a:gd name="connsiteY4" fmla="*/ 0 h 1876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07890" h="1876021">
                <a:moveTo>
                  <a:pt x="3307890" y="1876021"/>
                </a:moveTo>
                <a:lnTo>
                  <a:pt x="3062737" y="1792455"/>
                </a:lnTo>
                <a:cubicBezTo>
                  <a:pt x="1499256" y="1257872"/>
                  <a:pt x="548396" y="895598"/>
                  <a:pt x="56315" y="110172"/>
                </a:cubicBezTo>
                <a:lnTo>
                  <a:pt x="0" y="0"/>
                </a:lnTo>
                <a:lnTo>
                  <a:pt x="3307890" y="0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5" name="Freihandform 14">
            <a:extLst>
              <a:ext uri="{FF2B5EF4-FFF2-40B4-BE49-F238E27FC236}">
                <a16:creationId xmlns:a16="http://schemas.microsoft.com/office/drawing/2014/main" id="{7114E853-6F7C-9899-77FD-0E77D0A86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394047" y="4650286"/>
            <a:ext cx="1859768" cy="2207713"/>
          </a:xfrm>
          <a:custGeom>
            <a:avLst/>
            <a:gdLst>
              <a:gd name="connsiteX0" fmla="*/ 0 w 1859768"/>
              <a:gd name="connsiteY0" fmla="*/ 118614 h 2207713"/>
              <a:gd name="connsiteX1" fmla="*/ 0 w 1859768"/>
              <a:gd name="connsiteY1" fmla="*/ 29419 h 2207713"/>
              <a:gd name="connsiteX2" fmla="*/ 16244 w 1859768"/>
              <a:gd name="connsiteY2" fmla="*/ 0 h 2207713"/>
              <a:gd name="connsiteX3" fmla="*/ 68915 w 1859768"/>
              <a:gd name="connsiteY3" fmla="*/ 0 h 2207713"/>
              <a:gd name="connsiteX4" fmla="*/ 1715656 w 1859768"/>
              <a:gd name="connsiteY4" fmla="*/ 494800 h 2207713"/>
              <a:gd name="connsiteX5" fmla="*/ 1683714 w 1859768"/>
              <a:gd name="connsiteY5" fmla="*/ 491216 h 2207713"/>
              <a:gd name="connsiteX6" fmla="*/ 1337678 w 1859768"/>
              <a:gd name="connsiteY6" fmla="*/ 431097 h 2207713"/>
              <a:gd name="connsiteX7" fmla="*/ 950852 w 1859768"/>
              <a:gd name="connsiteY7" fmla="*/ 31845 h 2207713"/>
              <a:gd name="connsiteX8" fmla="*/ 938957 w 1859768"/>
              <a:gd name="connsiteY8" fmla="*/ 0 h 2207713"/>
              <a:gd name="connsiteX9" fmla="*/ 1152830 w 1859768"/>
              <a:gd name="connsiteY9" fmla="*/ 0 h 2207713"/>
              <a:gd name="connsiteX10" fmla="*/ 1267279 w 1859768"/>
              <a:gd name="connsiteY10" fmla="*/ 105940 h 2207713"/>
              <a:gd name="connsiteX11" fmla="*/ 1390620 w 1859768"/>
              <a:gd name="connsiteY11" fmla="*/ 219990 h 2207713"/>
              <a:gd name="connsiteX12" fmla="*/ 1376706 w 1859768"/>
              <a:gd name="connsiteY12" fmla="*/ 237482 h 2207713"/>
              <a:gd name="connsiteX13" fmla="*/ 1213653 w 1859768"/>
              <a:gd name="connsiteY13" fmla="*/ 110730 h 2207713"/>
              <a:gd name="connsiteX14" fmla="*/ 1013214 w 1859768"/>
              <a:gd name="connsiteY14" fmla="*/ 4927 h 2207713"/>
              <a:gd name="connsiteX15" fmla="*/ 1634702 w 1859768"/>
              <a:gd name="connsiteY15" fmla="*/ 427133 h 2207713"/>
              <a:gd name="connsiteX16" fmla="*/ 1297389 w 1859768"/>
              <a:gd name="connsiteY16" fmla="*/ 8655 h 2207713"/>
              <a:gd name="connsiteX17" fmla="*/ 1259059 w 1859768"/>
              <a:gd name="connsiteY17" fmla="*/ 0 h 2207713"/>
              <a:gd name="connsiteX18" fmla="*/ 1410415 w 1859768"/>
              <a:gd name="connsiteY18" fmla="*/ 0 h 2207713"/>
              <a:gd name="connsiteX19" fmla="*/ 1499716 w 1859768"/>
              <a:gd name="connsiteY19" fmla="*/ 66646 h 2207713"/>
              <a:gd name="connsiteX20" fmla="*/ 1637128 w 1859768"/>
              <a:gd name="connsiteY20" fmla="*/ 256403 h 2207713"/>
              <a:gd name="connsiteX21" fmla="*/ 1744255 w 1859768"/>
              <a:gd name="connsiteY21" fmla="*/ 480278 h 2207713"/>
              <a:gd name="connsiteX22" fmla="*/ 1715656 w 1859768"/>
              <a:gd name="connsiteY22" fmla="*/ 494800 h 2207713"/>
              <a:gd name="connsiteX23" fmla="*/ 118121 w 1859768"/>
              <a:gd name="connsiteY23" fmla="*/ 857786 h 2207713"/>
              <a:gd name="connsiteX24" fmla="*/ 433985 w 1859768"/>
              <a:gd name="connsiteY24" fmla="*/ 43220 h 2207713"/>
              <a:gd name="connsiteX25" fmla="*/ 374233 w 1859768"/>
              <a:gd name="connsiteY25" fmla="*/ 191214 h 2207713"/>
              <a:gd name="connsiteX26" fmla="*/ 330862 w 1859768"/>
              <a:gd name="connsiteY26" fmla="*/ 340269 h 2207713"/>
              <a:gd name="connsiteX27" fmla="*/ 304211 w 1859768"/>
              <a:gd name="connsiteY27" fmla="*/ 324744 h 2207713"/>
              <a:gd name="connsiteX28" fmla="*/ 328152 w 1859768"/>
              <a:gd name="connsiteY28" fmla="*/ 127918 h 2207713"/>
              <a:gd name="connsiteX29" fmla="*/ 118121 w 1859768"/>
              <a:gd name="connsiteY29" fmla="*/ 857786 h 2207713"/>
              <a:gd name="connsiteX30" fmla="*/ 74903 w 1859768"/>
              <a:gd name="connsiteY30" fmla="*/ 966935 h 2207713"/>
              <a:gd name="connsiteX31" fmla="*/ 69491 w 1859768"/>
              <a:gd name="connsiteY31" fmla="*/ 504187 h 2207713"/>
              <a:gd name="connsiteX32" fmla="*/ 326258 w 1859768"/>
              <a:gd name="connsiteY32" fmla="*/ 28833 h 2207713"/>
              <a:gd name="connsiteX33" fmla="*/ 351236 w 1859768"/>
              <a:gd name="connsiteY33" fmla="*/ 0 h 2207713"/>
              <a:gd name="connsiteX34" fmla="*/ 500166 w 1859768"/>
              <a:gd name="connsiteY34" fmla="*/ 0 h 2207713"/>
              <a:gd name="connsiteX35" fmla="*/ 501007 w 1859768"/>
              <a:gd name="connsiteY35" fmla="*/ 11785 h 2207713"/>
              <a:gd name="connsiteX36" fmla="*/ 245786 w 1859768"/>
              <a:gd name="connsiteY36" fmla="*/ 835475 h 2207713"/>
              <a:gd name="connsiteX37" fmla="*/ 74903 w 1859768"/>
              <a:gd name="connsiteY37" fmla="*/ 966935 h 2207713"/>
              <a:gd name="connsiteX38" fmla="*/ 1661942 w 1859768"/>
              <a:gd name="connsiteY38" fmla="*/ 1353812 h 2207713"/>
              <a:gd name="connsiteX39" fmla="*/ 1749989 w 1859768"/>
              <a:gd name="connsiteY39" fmla="*/ 1342230 h 2207713"/>
              <a:gd name="connsiteX40" fmla="*/ 1312677 w 1859768"/>
              <a:gd name="connsiteY40" fmla="*/ 968809 h 2207713"/>
              <a:gd name="connsiteX41" fmla="*/ 1232104 w 1859768"/>
              <a:gd name="connsiteY41" fmla="*/ 979836 h 2207713"/>
              <a:gd name="connsiteX42" fmla="*/ 1510925 w 1859768"/>
              <a:gd name="connsiteY42" fmla="*/ 1199562 h 2207713"/>
              <a:gd name="connsiteX43" fmla="*/ 1217072 w 1859768"/>
              <a:gd name="connsiteY43" fmla="*/ 1054216 h 2207713"/>
              <a:gd name="connsiteX44" fmla="*/ 1661942 w 1859768"/>
              <a:gd name="connsiteY44" fmla="*/ 1353812 h 2207713"/>
              <a:gd name="connsiteX45" fmla="*/ 394807 w 1859768"/>
              <a:gd name="connsiteY45" fmla="*/ 1626455 h 2207713"/>
              <a:gd name="connsiteX46" fmla="*/ 466693 w 1859768"/>
              <a:gd name="connsiteY46" fmla="*/ 1595017 h 2207713"/>
              <a:gd name="connsiteX47" fmla="*/ 650821 w 1859768"/>
              <a:gd name="connsiteY47" fmla="*/ 1077380 h 2207713"/>
              <a:gd name="connsiteX48" fmla="*/ 591587 w 1859768"/>
              <a:gd name="connsiteY48" fmla="*/ 974474 h 2207713"/>
              <a:gd name="connsiteX49" fmla="*/ 557216 w 1859768"/>
              <a:gd name="connsiteY49" fmla="*/ 1094794 h 2207713"/>
              <a:gd name="connsiteX50" fmla="*/ 486148 w 1859768"/>
              <a:gd name="connsiteY50" fmla="*/ 1388665 h 2207713"/>
              <a:gd name="connsiteX51" fmla="*/ 452079 w 1859768"/>
              <a:gd name="connsiteY51" fmla="*/ 1431607 h 2207713"/>
              <a:gd name="connsiteX52" fmla="*/ 430714 w 1859768"/>
              <a:gd name="connsiteY52" fmla="*/ 1420233 h 2207713"/>
              <a:gd name="connsiteX53" fmla="*/ 493238 w 1859768"/>
              <a:gd name="connsiteY53" fmla="*/ 1142201 h 2207713"/>
              <a:gd name="connsiteX54" fmla="*/ 394807 w 1859768"/>
              <a:gd name="connsiteY54" fmla="*/ 1626455 h 2207713"/>
              <a:gd name="connsiteX55" fmla="*/ 1315388 w 1859768"/>
              <a:gd name="connsiteY55" fmla="*/ 2115696 h 2207713"/>
              <a:gd name="connsiteX56" fmla="*/ 1031118 w 1859768"/>
              <a:gd name="connsiteY56" fmla="*/ 1312715 h 2207713"/>
              <a:gd name="connsiteX57" fmla="*/ 1129348 w 1859768"/>
              <a:gd name="connsiteY57" fmla="*/ 1549780 h 2207713"/>
              <a:gd name="connsiteX58" fmla="*/ 1248211 w 1859768"/>
              <a:gd name="connsiteY58" fmla="*/ 1771927 h 2207713"/>
              <a:gd name="connsiteX59" fmla="*/ 1198290 w 1859768"/>
              <a:gd name="connsiteY59" fmla="*/ 1766808 h 2207713"/>
              <a:gd name="connsiteX60" fmla="*/ 990681 w 1859768"/>
              <a:gd name="connsiteY60" fmla="*/ 1391341 h 2207713"/>
              <a:gd name="connsiteX61" fmla="*/ 1315388 w 1859768"/>
              <a:gd name="connsiteY61" fmla="*/ 2115696 h 2207713"/>
              <a:gd name="connsiteX62" fmla="*/ 1350109 w 1859768"/>
              <a:gd name="connsiteY62" fmla="*/ 2206800 h 2207713"/>
              <a:gd name="connsiteX63" fmla="*/ 1016305 w 1859768"/>
              <a:gd name="connsiteY63" fmla="*/ 1939402 h 2207713"/>
              <a:gd name="connsiteX64" fmla="*/ 915052 w 1859768"/>
              <a:gd name="connsiteY64" fmla="*/ 1399068 h 2207713"/>
              <a:gd name="connsiteX65" fmla="*/ 854782 w 1859768"/>
              <a:gd name="connsiteY65" fmla="*/ 932137 h 2207713"/>
              <a:gd name="connsiteX66" fmla="*/ 770773 w 1859768"/>
              <a:gd name="connsiteY66" fmla="*/ 875318 h 2207713"/>
              <a:gd name="connsiteX67" fmla="*/ 825964 w 1859768"/>
              <a:gd name="connsiteY67" fmla="*/ 823117 h 2207713"/>
              <a:gd name="connsiteX68" fmla="*/ 778651 w 1859768"/>
              <a:gd name="connsiteY68" fmla="*/ 628353 h 2207713"/>
              <a:gd name="connsiteX69" fmla="*/ 674057 w 1859768"/>
              <a:gd name="connsiteY69" fmla="*/ 806473 h 2207713"/>
              <a:gd name="connsiteX70" fmla="*/ 678691 w 1859768"/>
              <a:gd name="connsiteY70" fmla="*/ 987300 h 2207713"/>
              <a:gd name="connsiteX71" fmla="*/ 573399 w 1859768"/>
              <a:gd name="connsiteY71" fmla="*/ 1572793 h 2207713"/>
              <a:gd name="connsiteX72" fmla="*/ 448294 w 1859768"/>
              <a:gd name="connsiteY72" fmla="*/ 1671763 h 2207713"/>
              <a:gd name="connsiteX73" fmla="*/ 347341 w 1859768"/>
              <a:gd name="connsiteY73" fmla="*/ 1644762 h 2207713"/>
              <a:gd name="connsiteX74" fmla="*/ 322256 w 1859768"/>
              <a:gd name="connsiteY74" fmla="*/ 1459939 h 2207713"/>
              <a:gd name="connsiteX75" fmla="*/ 495295 w 1859768"/>
              <a:gd name="connsiteY75" fmla="*/ 1011735 h 2207713"/>
              <a:gd name="connsiteX76" fmla="*/ 631502 w 1859768"/>
              <a:gd name="connsiteY76" fmla="*/ 767246 h 2207713"/>
              <a:gd name="connsiteX77" fmla="*/ 678184 w 1859768"/>
              <a:gd name="connsiteY77" fmla="*/ 678226 h 2207713"/>
              <a:gd name="connsiteX78" fmla="*/ 718531 w 1859768"/>
              <a:gd name="connsiteY78" fmla="*/ 365894 h 2207713"/>
              <a:gd name="connsiteX79" fmla="*/ 669080 w 1859768"/>
              <a:gd name="connsiteY79" fmla="*/ 150213 h 2207713"/>
              <a:gd name="connsiteX80" fmla="*/ 639037 w 1859768"/>
              <a:gd name="connsiteY80" fmla="*/ 0 h 2207713"/>
              <a:gd name="connsiteX81" fmla="*/ 685477 w 1859768"/>
              <a:gd name="connsiteY81" fmla="*/ 0 h 2207713"/>
              <a:gd name="connsiteX82" fmla="*/ 830123 w 1859768"/>
              <a:gd name="connsiteY82" fmla="*/ 644646 h 2207713"/>
              <a:gd name="connsiteX83" fmla="*/ 868286 w 1859768"/>
              <a:gd name="connsiteY83" fmla="*/ 801231 h 2207713"/>
              <a:gd name="connsiteX84" fmla="*/ 945378 w 1859768"/>
              <a:gd name="connsiteY84" fmla="*/ 881698 h 2207713"/>
              <a:gd name="connsiteX85" fmla="*/ 1208838 w 1859768"/>
              <a:gd name="connsiteY85" fmla="*/ 919029 h 2207713"/>
              <a:gd name="connsiteX86" fmla="*/ 1753984 w 1859768"/>
              <a:gd name="connsiteY86" fmla="*/ 1208539 h 2207713"/>
              <a:gd name="connsiteX87" fmla="*/ 1859768 w 1859768"/>
              <a:gd name="connsiteY87" fmla="*/ 1390144 h 2207713"/>
              <a:gd name="connsiteX88" fmla="*/ 1607507 w 1859768"/>
              <a:gd name="connsiteY88" fmla="*/ 1402956 h 2207713"/>
              <a:gd name="connsiteX89" fmla="*/ 1298703 w 1859768"/>
              <a:gd name="connsiteY89" fmla="*/ 1257406 h 2207713"/>
              <a:gd name="connsiteX90" fmla="*/ 1164863 w 1859768"/>
              <a:gd name="connsiteY90" fmla="*/ 1082843 h 2207713"/>
              <a:gd name="connsiteX91" fmla="*/ 1010750 w 1859768"/>
              <a:gd name="connsiteY91" fmla="*/ 956586 h 2207713"/>
              <a:gd name="connsiteX92" fmla="*/ 905506 w 1859768"/>
              <a:gd name="connsiteY92" fmla="*/ 929445 h 2207713"/>
              <a:gd name="connsiteX93" fmla="*/ 994250 w 1859768"/>
              <a:gd name="connsiteY93" fmla="*/ 1187151 h 2207713"/>
              <a:gd name="connsiteX94" fmla="*/ 1063313 w 1859768"/>
              <a:gd name="connsiteY94" fmla="*/ 1241331 h 2207713"/>
              <a:gd name="connsiteX95" fmla="*/ 1403427 w 1859768"/>
              <a:gd name="connsiteY95" fmla="*/ 1675440 h 2207713"/>
              <a:gd name="connsiteX96" fmla="*/ 1412888 w 1859768"/>
              <a:gd name="connsiteY96" fmla="*/ 2013308 h 2207713"/>
              <a:gd name="connsiteX97" fmla="*/ 1370292 w 1859768"/>
              <a:gd name="connsiteY97" fmla="*/ 2202341 h 2207713"/>
              <a:gd name="connsiteX98" fmla="*/ 1350109 w 1859768"/>
              <a:gd name="connsiteY98" fmla="*/ 2206800 h 220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1859768" h="2207713">
                <a:moveTo>
                  <a:pt x="0" y="118614"/>
                </a:moveTo>
                <a:lnTo>
                  <a:pt x="0" y="29419"/>
                </a:lnTo>
                <a:lnTo>
                  <a:pt x="16244" y="0"/>
                </a:lnTo>
                <a:lnTo>
                  <a:pt x="68915" y="0"/>
                </a:lnTo>
                <a:close/>
                <a:moveTo>
                  <a:pt x="1715656" y="494800"/>
                </a:moveTo>
                <a:cubicBezTo>
                  <a:pt x="1704862" y="495265"/>
                  <a:pt x="1693511" y="492713"/>
                  <a:pt x="1683714" y="491216"/>
                </a:cubicBezTo>
                <a:cubicBezTo>
                  <a:pt x="1567792" y="473756"/>
                  <a:pt x="1449925" y="461958"/>
                  <a:pt x="1337678" y="431097"/>
                </a:cubicBezTo>
                <a:cubicBezTo>
                  <a:pt x="1134061" y="375091"/>
                  <a:pt x="1009028" y="231185"/>
                  <a:pt x="950852" y="31845"/>
                </a:cubicBezTo>
                <a:lnTo>
                  <a:pt x="938957" y="0"/>
                </a:lnTo>
                <a:lnTo>
                  <a:pt x="1152830" y="0"/>
                </a:lnTo>
                <a:lnTo>
                  <a:pt x="1267279" y="105940"/>
                </a:lnTo>
                <a:cubicBezTo>
                  <a:pt x="1308707" y="144308"/>
                  <a:pt x="1349638" y="182194"/>
                  <a:pt x="1390620" y="219990"/>
                </a:cubicBezTo>
                <a:cubicBezTo>
                  <a:pt x="1386245" y="225654"/>
                  <a:pt x="1381298" y="231460"/>
                  <a:pt x="1376706" y="237482"/>
                </a:cubicBezTo>
                <a:cubicBezTo>
                  <a:pt x="1304559" y="222422"/>
                  <a:pt x="1267575" y="152885"/>
                  <a:pt x="1213653" y="110730"/>
                </a:cubicBezTo>
                <a:cubicBezTo>
                  <a:pt x="1155161" y="64853"/>
                  <a:pt x="1098884" y="19331"/>
                  <a:pt x="1013214" y="4927"/>
                </a:cubicBezTo>
                <a:cubicBezTo>
                  <a:pt x="1047417" y="278154"/>
                  <a:pt x="1317065" y="436272"/>
                  <a:pt x="1634702" y="427133"/>
                </a:cubicBezTo>
                <a:cubicBezTo>
                  <a:pt x="1577765" y="199027"/>
                  <a:pt x="1448459" y="58590"/>
                  <a:pt x="1297389" y="8655"/>
                </a:cubicBezTo>
                <a:lnTo>
                  <a:pt x="1259059" y="0"/>
                </a:lnTo>
                <a:lnTo>
                  <a:pt x="1410415" y="0"/>
                </a:lnTo>
                <a:lnTo>
                  <a:pt x="1499716" y="66646"/>
                </a:lnTo>
                <a:cubicBezTo>
                  <a:pt x="1554948" y="119466"/>
                  <a:pt x="1598789" y="185076"/>
                  <a:pt x="1637128" y="256403"/>
                </a:cubicBezTo>
                <a:cubicBezTo>
                  <a:pt x="1675184" y="326584"/>
                  <a:pt x="1755798" y="433557"/>
                  <a:pt x="1744255" y="480278"/>
                </a:cubicBezTo>
                <a:cubicBezTo>
                  <a:pt x="1736686" y="490852"/>
                  <a:pt x="1726450" y="494335"/>
                  <a:pt x="1715656" y="494800"/>
                </a:cubicBezTo>
                <a:close/>
                <a:moveTo>
                  <a:pt x="118121" y="857786"/>
                </a:moveTo>
                <a:cubicBezTo>
                  <a:pt x="321011" y="780677"/>
                  <a:pt x="535523" y="340321"/>
                  <a:pt x="433985" y="43220"/>
                </a:cubicBezTo>
                <a:cubicBezTo>
                  <a:pt x="410330" y="101200"/>
                  <a:pt x="389994" y="145563"/>
                  <a:pt x="374233" y="191214"/>
                </a:cubicBezTo>
                <a:cubicBezTo>
                  <a:pt x="357538" y="239229"/>
                  <a:pt x="345560" y="289103"/>
                  <a:pt x="330862" y="340269"/>
                </a:cubicBezTo>
                <a:cubicBezTo>
                  <a:pt x="314214" y="330754"/>
                  <a:pt x="303849" y="326966"/>
                  <a:pt x="304211" y="324744"/>
                </a:cubicBezTo>
                <a:cubicBezTo>
                  <a:pt x="311428" y="259327"/>
                  <a:pt x="319790" y="193622"/>
                  <a:pt x="328152" y="127918"/>
                </a:cubicBezTo>
                <a:cubicBezTo>
                  <a:pt x="110186" y="438886"/>
                  <a:pt x="47314" y="643052"/>
                  <a:pt x="118121" y="857786"/>
                </a:cubicBezTo>
                <a:close/>
                <a:moveTo>
                  <a:pt x="74903" y="966935"/>
                </a:moveTo>
                <a:cubicBezTo>
                  <a:pt x="38034" y="945758"/>
                  <a:pt x="15827" y="648523"/>
                  <a:pt x="69491" y="504187"/>
                </a:cubicBezTo>
                <a:cubicBezTo>
                  <a:pt x="133206" y="333209"/>
                  <a:pt x="216093" y="172655"/>
                  <a:pt x="326258" y="28833"/>
                </a:cubicBezTo>
                <a:lnTo>
                  <a:pt x="351236" y="0"/>
                </a:lnTo>
                <a:lnTo>
                  <a:pt x="500166" y="0"/>
                </a:lnTo>
                <a:lnTo>
                  <a:pt x="501007" y="11785"/>
                </a:lnTo>
                <a:cubicBezTo>
                  <a:pt x="557150" y="329413"/>
                  <a:pt x="461159" y="602456"/>
                  <a:pt x="245786" y="835475"/>
                </a:cubicBezTo>
                <a:cubicBezTo>
                  <a:pt x="201837" y="882723"/>
                  <a:pt x="98490" y="976231"/>
                  <a:pt x="74903" y="966935"/>
                </a:cubicBezTo>
                <a:close/>
                <a:moveTo>
                  <a:pt x="1661942" y="1353812"/>
                </a:moveTo>
                <a:cubicBezTo>
                  <a:pt x="1689964" y="1352207"/>
                  <a:pt x="1719270" y="1348345"/>
                  <a:pt x="1749989" y="1342230"/>
                </a:cubicBezTo>
                <a:cubicBezTo>
                  <a:pt x="1656665" y="1097504"/>
                  <a:pt x="1497337" y="963250"/>
                  <a:pt x="1312677" y="968809"/>
                </a:cubicBezTo>
                <a:cubicBezTo>
                  <a:pt x="1286297" y="969603"/>
                  <a:pt x="1259399" y="973250"/>
                  <a:pt x="1232104" y="979836"/>
                </a:cubicBezTo>
                <a:cubicBezTo>
                  <a:pt x="1319351" y="1062014"/>
                  <a:pt x="1460184" y="1072004"/>
                  <a:pt x="1510925" y="1199562"/>
                </a:cubicBezTo>
                <a:cubicBezTo>
                  <a:pt x="1413953" y="1150563"/>
                  <a:pt x="1328893" y="1083357"/>
                  <a:pt x="1217072" y="1054216"/>
                </a:cubicBezTo>
                <a:cubicBezTo>
                  <a:pt x="1332495" y="1265699"/>
                  <a:pt x="1465786" y="1365048"/>
                  <a:pt x="1661942" y="1353812"/>
                </a:cubicBezTo>
                <a:close/>
                <a:moveTo>
                  <a:pt x="394807" y="1626455"/>
                </a:moveTo>
                <a:cubicBezTo>
                  <a:pt x="431036" y="1610664"/>
                  <a:pt x="450719" y="1605418"/>
                  <a:pt x="466693" y="1595017"/>
                </a:cubicBezTo>
                <a:cubicBezTo>
                  <a:pt x="617981" y="1496170"/>
                  <a:pt x="702592" y="1260677"/>
                  <a:pt x="650821" y="1077380"/>
                </a:cubicBezTo>
                <a:cubicBezTo>
                  <a:pt x="640663" y="1042498"/>
                  <a:pt x="641972" y="997433"/>
                  <a:pt x="591587" y="974474"/>
                </a:cubicBezTo>
                <a:cubicBezTo>
                  <a:pt x="578978" y="1018116"/>
                  <a:pt x="566810" y="1056169"/>
                  <a:pt x="557216" y="1094794"/>
                </a:cubicBezTo>
                <a:cubicBezTo>
                  <a:pt x="533192" y="1193037"/>
                  <a:pt x="511601" y="1291280"/>
                  <a:pt x="486148" y="1388665"/>
                </a:cubicBezTo>
                <a:cubicBezTo>
                  <a:pt x="481894" y="1404645"/>
                  <a:pt x="464055" y="1417340"/>
                  <a:pt x="452079" y="1431607"/>
                </a:cubicBezTo>
                <a:cubicBezTo>
                  <a:pt x="445076" y="1427887"/>
                  <a:pt x="437717" y="1423952"/>
                  <a:pt x="430714" y="1420233"/>
                </a:cubicBezTo>
                <a:cubicBezTo>
                  <a:pt x="451292" y="1327723"/>
                  <a:pt x="472444" y="1235070"/>
                  <a:pt x="493238" y="1142201"/>
                </a:cubicBezTo>
                <a:cubicBezTo>
                  <a:pt x="405949" y="1288283"/>
                  <a:pt x="340614" y="1438288"/>
                  <a:pt x="394807" y="1626455"/>
                </a:cubicBezTo>
                <a:close/>
                <a:moveTo>
                  <a:pt x="1315388" y="2115696"/>
                </a:moveTo>
                <a:cubicBezTo>
                  <a:pt x="1459383" y="1841253"/>
                  <a:pt x="1300831" y="1370388"/>
                  <a:pt x="1031118" y="1312715"/>
                </a:cubicBezTo>
                <a:cubicBezTo>
                  <a:pt x="1065996" y="1397084"/>
                  <a:pt x="1095810" y="1474508"/>
                  <a:pt x="1129348" y="1549780"/>
                </a:cubicBezTo>
                <a:cubicBezTo>
                  <a:pt x="1161888" y="1623476"/>
                  <a:pt x="1222856" y="1683035"/>
                  <a:pt x="1248211" y="1771927"/>
                </a:cubicBezTo>
                <a:cubicBezTo>
                  <a:pt x="1222391" y="1769583"/>
                  <a:pt x="1201710" y="1773253"/>
                  <a:pt x="1198290" y="1766808"/>
                </a:cubicBezTo>
                <a:cubicBezTo>
                  <a:pt x="1127371" y="1641272"/>
                  <a:pt x="1057886" y="1514158"/>
                  <a:pt x="990681" y="1391341"/>
                </a:cubicBezTo>
                <a:cubicBezTo>
                  <a:pt x="855540" y="1570131"/>
                  <a:pt x="974506" y="1949897"/>
                  <a:pt x="1315388" y="2115696"/>
                </a:cubicBezTo>
                <a:close/>
                <a:moveTo>
                  <a:pt x="1350109" y="2206800"/>
                </a:moveTo>
                <a:cubicBezTo>
                  <a:pt x="1227294" y="2132029"/>
                  <a:pt x="1103839" y="2055898"/>
                  <a:pt x="1016305" y="1939402"/>
                </a:cubicBezTo>
                <a:cubicBezTo>
                  <a:pt x="894527" y="1777942"/>
                  <a:pt x="844899" y="1595932"/>
                  <a:pt x="915052" y="1399068"/>
                </a:cubicBezTo>
                <a:cubicBezTo>
                  <a:pt x="975348" y="1229938"/>
                  <a:pt x="907264" y="1082692"/>
                  <a:pt x="854782" y="932137"/>
                </a:cubicBezTo>
                <a:cubicBezTo>
                  <a:pt x="846533" y="908644"/>
                  <a:pt x="804422" y="896999"/>
                  <a:pt x="770773" y="875318"/>
                </a:cubicBezTo>
                <a:cubicBezTo>
                  <a:pt x="787545" y="859543"/>
                  <a:pt x="802883" y="845346"/>
                  <a:pt x="825964" y="823117"/>
                </a:cubicBezTo>
                <a:cubicBezTo>
                  <a:pt x="812484" y="768678"/>
                  <a:pt x="797092" y="705284"/>
                  <a:pt x="778651" y="628353"/>
                </a:cubicBezTo>
                <a:cubicBezTo>
                  <a:pt x="718445" y="684857"/>
                  <a:pt x="704504" y="750136"/>
                  <a:pt x="674057" y="806473"/>
                </a:cubicBezTo>
                <a:cubicBezTo>
                  <a:pt x="639013" y="871268"/>
                  <a:pt x="653565" y="926351"/>
                  <a:pt x="678691" y="987300"/>
                </a:cubicBezTo>
                <a:cubicBezTo>
                  <a:pt x="768807" y="1203882"/>
                  <a:pt x="699453" y="1395372"/>
                  <a:pt x="573399" y="1572793"/>
                </a:cubicBezTo>
                <a:cubicBezTo>
                  <a:pt x="543911" y="1614586"/>
                  <a:pt x="491566" y="1640205"/>
                  <a:pt x="448294" y="1671763"/>
                </a:cubicBezTo>
                <a:cubicBezTo>
                  <a:pt x="404448" y="1703465"/>
                  <a:pt x="371872" y="1682427"/>
                  <a:pt x="347341" y="1644762"/>
                </a:cubicBezTo>
                <a:cubicBezTo>
                  <a:pt x="310117" y="1587763"/>
                  <a:pt x="311251" y="1523568"/>
                  <a:pt x="322256" y="1459939"/>
                </a:cubicBezTo>
                <a:cubicBezTo>
                  <a:pt x="349914" y="1299003"/>
                  <a:pt x="405306" y="1149365"/>
                  <a:pt x="495295" y="1011735"/>
                </a:cubicBezTo>
                <a:cubicBezTo>
                  <a:pt x="545960" y="933888"/>
                  <a:pt x="586695" y="849101"/>
                  <a:pt x="631502" y="767246"/>
                </a:cubicBezTo>
                <a:cubicBezTo>
                  <a:pt x="647658" y="737930"/>
                  <a:pt x="657956" y="704608"/>
                  <a:pt x="678184" y="678226"/>
                </a:cubicBezTo>
                <a:cubicBezTo>
                  <a:pt x="752638" y="581017"/>
                  <a:pt x="749272" y="478997"/>
                  <a:pt x="718531" y="365894"/>
                </a:cubicBezTo>
                <a:cubicBezTo>
                  <a:pt x="699256" y="294803"/>
                  <a:pt x="683666" y="222633"/>
                  <a:pt x="669080" y="150213"/>
                </a:cubicBezTo>
                <a:lnTo>
                  <a:pt x="639037" y="0"/>
                </a:lnTo>
                <a:lnTo>
                  <a:pt x="685477" y="0"/>
                </a:lnTo>
                <a:lnTo>
                  <a:pt x="830123" y="644646"/>
                </a:lnTo>
                <a:cubicBezTo>
                  <a:pt x="841889" y="697081"/>
                  <a:pt x="858594" y="748580"/>
                  <a:pt x="868286" y="801231"/>
                </a:cubicBezTo>
                <a:cubicBezTo>
                  <a:pt x="876847" y="846862"/>
                  <a:pt x="902344" y="867547"/>
                  <a:pt x="945378" y="881698"/>
                </a:cubicBezTo>
                <a:cubicBezTo>
                  <a:pt x="1031306" y="909427"/>
                  <a:pt x="1113389" y="928992"/>
                  <a:pt x="1208838" y="919029"/>
                </a:cubicBezTo>
                <a:cubicBezTo>
                  <a:pt x="1450323" y="893401"/>
                  <a:pt x="1641860" y="979221"/>
                  <a:pt x="1753984" y="1208539"/>
                </a:cubicBezTo>
                <a:cubicBezTo>
                  <a:pt x="1782977" y="1267908"/>
                  <a:pt x="1856145" y="1343578"/>
                  <a:pt x="1859768" y="1390144"/>
                </a:cubicBezTo>
                <a:cubicBezTo>
                  <a:pt x="1836417" y="1439526"/>
                  <a:pt x="1688979" y="1406544"/>
                  <a:pt x="1607507" y="1402956"/>
                </a:cubicBezTo>
                <a:cubicBezTo>
                  <a:pt x="1486122" y="1397822"/>
                  <a:pt x="1378192" y="1354922"/>
                  <a:pt x="1298703" y="1257406"/>
                </a:cubicBezTo>
                <a:cubicBezTo>
                  <a:pt x="1252324" y="1200270"/>
                  <a:pt x="1195489" y="1147586"/>
                  <a:pt x="1164863" y="1082843"/>
                </a:cubicBezTo>
                <a:cubicBezTo>
                  <a:pt x="1130674" y="1011083"/>
                  <a:pt x="1077231" y="979459"/>
                  <a:pt x="1010750" y="956586"/>
                </a:cubicBezTo>
                <a:cubicBezTo>
                  <a:pt x="982871" y="947151"/>
                  <a:pt x="954125" y="941586"/>
                  <a:pt x="905506" y="929445"/>
                </a:cubicBezTo>
                <a:cubicBezTo>
                  <a:pt x="938069" y="1026569"/>
                  <a:pt x="961505" y="1108942"/>
                  <a:pt x="994250" y="1187151"/>
                </a:cubicBezTo>
                <a:cubicBezTo>
                  <a:pt x="1004360" y="1210786"/>
                  <a:pt x="1037660" y="1227381"/>
                  <a:pt x="1063313" y="1241331"/>
                </a:cubicBezTo>
                <a:cubicBezTo>
                  <a:pt x="1239665" y="1337051"/>
                  <a:pt x="1330749" y="1501044"/>
                  <a:pt x="1403427" y="1675440"/>
                </a:cubicBezTo>
                <a:cubicBezTo>
                  <a:pt x="1448273" y="1782871"/>
                  <a:pt x="1438875" y="1899660"/>
                  <a:pt x="1412888" y="2013308"/>
                </a:cubicBezTo>
                <a:cubicBezTo>
                  <a:pt x="1398883" y="2074648"/>
                  <a:pt x="1385094" y="2135629"/>
                  <a:pt x="1370292" y="2202341"/>
                </a:cubicBezTo>
                <a:cubicBezTo>
                  <a:pt x="1368001" y="2202917"/>
                  <a:pt x="1355826" y="2210234"/>
                  <a:pt x="1350109" y="2206800"/>
                </a:cubicBez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 12">
            <a:extLst>
              <a:ext uri="{FF2B5EF4-FFF2-40B4-BE49-F238E27FC236}">
                <a16:creationId xmlns:a16="http://schemas.microsoft.com/office/drawing/2014/main" id="{69002426-033B-400A-C519-AF4C659C4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8812879" y="2130044"/>
            <a:ext cx="5509165" cy="1249078"/>
          </a:xfrm>
          <a:custGeom>
            <a:avLst/>
            <a:gdLst>
              <a:gd name="connsiteX0" fmla="*/ 5509165 w 5509165"/>
              <a:gd name="connsiteY0" fmla="*/ 1249078 h 1249078"/>
              <a:gd name="connsiteX1" fmla="*/ 0 w 5509165"/>
              <a:gd name="connsiteY1" fmla="*/ 1249078 h 1249078"/>
              <a:gd name="connsiteX2" fmla="*/ 0 w 5509165"/>
              <a:gd name="connsiteY2" fmla="*/ 376649 h 1249078"/>
              <a:gd name="connsiteX3" fmla="*/ 124275 w 5509165"/>
              <a:gd name="connsiteY3" fmla="*/ 338434 h 1249078"/>
              <a:gd name="connsiteX4" fmla="*/ 2337339 w 5509165"/>
              <a:gd name="connsiteY4" fmla="*/ 1263 h 1249078"/>
              <a:gd name="connsiteX5" fmla="*/ 4747463 w 5509165"/>
              <a:gd name="connsiteY5" fmla="*/ 509094 h 1249078"/>
              <a:gd name="connsiteX6" fmla="*/ 5475419 w 5509165"/>
              <a:gd name="connsiteY6" fmla="*/ 1196657 h 124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09165" h="1249078">
                <a:moveTo>
                  <a:pt x="5509165" y="1249078"/>
                </a:moveTo>
                <a:lnTo>
                  <a:pt x="0" y="1249078"/>
                </a:lnTo>
                <a:lnTo>
                  <a:pt x="0" y="376649"/>
                </a:lnTo>
                <a:lnTo>
                  <a:pt x="124275" y="338434"/>
                </a:lnTo>
                <a:cubicBezTo>
                  <a:pt x="840589" y="132976"/>
                  <a:pt x="1609226" y="14590"/>
                  <a:pt x="2337339" y="1263"/>
                </a:cubicBezTo>
                <a:cubicBezTo>
                  <a:pt x="3273483" y="-15871"/>
                  <a:pt x="4142637" y="140664"/>
                  <a:pt x="4747463" y="509094"/>
                </a:cubicBezTo>
                <a:cubicBezTo>
                  <a:pt x="5039841" y="687195"/>
                  <a:pt x="5284004" y="923072"/>
                  <a:pt x="5475419" y="1196657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3980755-170E-8438-DC1B-7B3283F2A4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150608" cy="3356576"/>
          </a:xfrm>
        </p:spPr>
        <p:txBody>
          <a:bodyPr rtlCol="0">
            <a:normAutofit/>
          </a:bodyPr>
          <a:lstStyle>
            <a:lvl1pPr>
              <a:defRPr lang="de-DE" sz="2000"/>
            </a:lvl1pPr>
            <a:lvl2pPr>
              <a:defRPr lang="de-DE" sz="1800"/>
            </a:lvl2pPr>
            <a:lvl3pPr>
              <a:defRPr lang="de-DE" sz="1600"/>
            </a:lvl3pPr>
            <a:lvl4pPr>
              <a:defRPr lang="de-DE" sz="1400"/>
            </a:lvl4pPr>
            <a:lvl5pPr>
              <a:defRPr lang="de-DE" sz="14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933C021B-6AA4-3C5D-099F-96D113A14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3862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ita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ihandform: Form 51">
            <a:extLst>
              <a:ext uri="{FF2B5EF4-FFF2-40B4-BE49-F238E27FC236}">
                <a16:creationId xmlns:a16="http://schemas.microsoft.com/office/drawing/2014/main" id="{90FA743D-BDB5-4069-7325-E91CA7BC3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216357" cy="3480449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4" name="Freihandform 3">
            <a:extLst>
              <a:ext uri="{FF2B5EF4-FFF2-40B4-BE49-F238E27FC236}">
                <a16:creationId xmlns:a16="http://schemas.microsoft.com/office/drawing/2014/main" id="{2FE03F25-D589-68A8-30C7-175547B6A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37474" y="1618811"/>
            <a:ext cx="3154526" cy="5229819"/>
          </a:xfrm>
          <a:custGeom>
            <a:avLst/>
            <a:gdLst>
              <a:gd name="connsiteX0" fmla="*/ 2984957 w 3154526"/>
              <a:gd name="connsiteY0" fmla="*/ 4764199 h 5229819"/>
              <a:gd name="connsiteX1" fmla="*/ 3085247 w 3154526"/>
              <a:gd name="connsiteY1" fmla="*/ 4783935 h 5229819"/>
              <a:gd name="connsiteX2" fmla="*/ 3154526 w 3154526"/>
              <a:gd name="connsiteY2" fmla="*/ 4805985 h 5229819"/>
              <a:gd name="connsiteX3" fmla="*/ 3154526 w 3154526"/>
              <a:gd name="connsiteY3" fmla="*/ 4854317 h 5229819"/>
              <a:gd name="connsiteX4" fmla="*/ 3077489 w 3154526"/>
              <a:gd name="connsiteY4" fmla="*/ 4835342 h 5229819"/>
              <a:gd name="connsiteX5" fmla="*/ 2943802 w 3154526"/>
              <a:gd name="connsiteY5" fmla="*/ 4819637 h 5229819"/>
              <a:gd name="connsiteX6" fmla="*/ 2790751 w 3154526"/>
              <a:gd name="connsiteY6" fmla="*/ 4847576 h 5229819"/>
              <a:gd name="connsiteX7" fmla="*/ 2434897 w 3154526"/>
              <a:gd name="connsiteY7" fmla="*/ 5031577 h 5229819"/>
              <a:gd name="connsiteX8" fmla="*/ 2951768 w 3154526"/>
              <a:gd name="connsiteY8" fmla="*/ 4976098 h 5229819"/>
              <a:gd name="connsiteX9" fmla="*/ 3154526 w 3154526"/>
              <a:gd name="connsiteY9" fmla="*/ 4968709 h 5229819"/>
              <a:gd name="connsiteX10" fmla="*/ 3154526 w 3154526"/>
              <a:gd name="connsiteY10" fmla="*/ 5031765 h 5229819"/>
              <a:gd name="connsiteX11" fmla="*/ 3014835 w 3154526"/>
              <a:gd name="connsiteY11" fmla="*/ 5034301 h 5229819"/>
              <a:gd name="connsiteX12" fmla="*/ 2393353 w 3154526"/>
              <a:gd name="connsiteY12" fmla="*/ 5115550 h 5229819"/>
              <a:gd name="connsiteX13" fmla="*/ 2867479 w 3154526"/>
              <a:gd name="connsiteY13" fmla="*/ 5174972 h 5229819"/>
              <a:gd name="connsiteX14" fmla="*/ 3154526 w 3154526"/>
              <a:gd name="connsiteY14" fmla="*/ 5146324 h 5229819"/>
              <a:gd name="connsiteX15" fmla="*/ 3154526 w 3154526"/>
              <a:gd name="connsiteY15" fmla="*/ 5195560 h 5229819"/>
              <a:gd name="connsiteX16" fmla="*/ 2893424 w 3154526"/>
              <a:gd name="connsiteY16" fmla="*/ 5222073 h 5229819"/>
              <a:gd name="connsiteX17" fmla="*/ 2386859 w 3154526"/>
              <a:gd name="connsiteY17" fmla="*/ 5181967 h 5229819"/>
              <a:gd name="connsiteX18" fmla="*/ 2246076 w 3154526"/>
              <a:gd name="connsiteY18" fmla="*/ 5123402 h 5229819"/>
              <a:gd name="connsiteX19" fmla="*/ 2334992 w 3154526"/>
              <a:gd name="connsiteY19" fmla="*/ 5028470 h 5229819"/>
              <a:gd name="connsiteX20" fmla="*/ 2693848 w 3154526"/>
              <a:gd name="connsiteY20" fmla="*/ 4824451 h 5229819"/>
              <a:gd name="connsiteX21" fmla="*/ 2984957 w 3154526"/>
              <a:gd name="connsiteY21" fmla="*/ 4764199 h 5229819"/>
              <a:gd name="connsiteX22" fmla="*/ 2257356 w 3154526"/>
              <a:gd name="connsiteY22" fmla="*/ 4262588 h 5229819"/>
              <a:gd name="connsiteX23" fmla="*/ 2122814 w 3154526"/>
              <a:gd name="connsiteY23" fmla="*/ 4273357 h 5229819"/>
              <a:gd name="connsiteX24" fmla="*/ 2427819 w 3154526"/>
              <a:gd name="connsiteY24" fmla="*/ 4316623 h 5229819"/>
              <a:gd name="connsiteX25" fmla="*/ 2495745 w 3154526"/>
              <a:gd name="connsiteY25" fmla="*/ 4323417 h 5229819"/>
              <a:gd name="connsiteX26" fmla="*/ 2842012 w 3154526"/>
              <a:gd name="connsiteY26" fmla="*/ 4396980 h 5229819"/>
              <a:gd name="connsiteX27" fmla="*/ 2946172 w 3154526"/>
              <a:gd name="connsiteY27" fmla="*/ 4417967 h 5229819"/>
              <a:gd name="connsiteX28" fmla="*/ 2257356 w 3154526"/>
              <a:gd name="connsiteY28" fmla="*/ 4262588 h 5229819"/>
              <a:gd name="connsiteX29" fmla="*/ 2658537 w 3154526"/>
              <a:gd name="connsiteY29" fmla="*/ 3869558 h 5229819"/>
              <a:gd name="connsiteX30" fmla="*/ 2641175 w 3154526"/>
              <a:gd name="connsiteY30" fmla="*/ 3888643 h 5229819"/>
              <a:gd name="connsiteX31" fmla="*/ 3126479 w 3154526"/>
              <a:gd name="connsiteY31" fmla="*/ 4335544 h 5229819"/>
              <a:gd name="connsiteX32" fmla="*/ 3143670 w 3154526"/>
              <a:gd name="connsiteY32" fmla="*/ 4314908 h 5229819"/>
              <a:gd name="connsiteX33" fmla="*/ 2658537 w 3154526"/>
              <a:gd name="connsiteY33" fmla="*/ 3869558 h 5229819"/>
              <a:gd name="connsiteX34" fmla="*/ 2629101 w 3154526"/>
              <a:gd name="connsiteY34" fmla="*/ 3729983 h 5229819"/>
              <a:gd name="connsiteX35" fmla="*/ 2725377 w 3154526"/>
              <a:gd name="connsiteY35" fmla="*/ 3746294 h 5229819"/>
              <a:gd name="connsiteX36" fmla="*/ 3013384 w 3154526"/>
              <a:gd name="connsiteY36" fmla="*/ 3891324 h 5229819"/>
              <a:gd name="connsiteX37" fmla="*/ 3154526 w 3154526"/>
              <a:gd name="connsiteY37" fmla="*/ 3990464 h 5229819"/>
              <a:gd name="connsiteX38" fmla="*/ 3154526 w 3154526"/>
              <a:gd name="connsiteY38" fmla="*/ 4060395 h 5229819"/>
              <a:gd name="connsiteX39" fmla="*/ 3036403 w 3154526"/>
              <a:gd name="connsiteY39" fmla="*/ 3972021 h 5229819"/>
              <a:gd name="connsiteX40" fmla="*/ 2688997 w 3154526"/>
              <a:gd name="connsiteY40" fmla="*/ 3810128 h 5229819"/>
              <a:gd name="connsiteX41" fmla="*/ 3092476 w 3154526"/>
              <a:gd name="connsiteY41" fmla="*/ 4164235 h 5229819"/>
              <a:gd name="connsiteX42" fmla="*/ 3154526 w 3154526"/>
              <a:gd name="connsiteY42" fmla="*/ 4207256 h 5229819"/>
              <a:gd name="connsiteX43" fmla="*/ 3154526 w 3154526"/>
              <a:gd name="connsiteY43" fmla="*/ 4417507 h 5229819"/>
              <a:gd name="connsiteX44" fmla="*/ 3087942 w 3154526"/>
              <a:gd name="connsiteY44" fmla="*/ 4378606 h 5229819"/>
              <a:gd name="connsiteX45" fmla="*/ 3130359 w 3154526"/>
              <a:gd name="connsiteY45" fmla="*/ 4425849 h 5229819"/>
              <a:gd name="connsiteX46" fmla="*/ 3154526 w 3154526"/>
              <a:gd name="connsiteY46" fmla="*/ 4447989 h 5229819"/>
              <a:gd name="connsiteX47" fmla="*/ 3154526 w 3154526"/>
              <a:gd name="connsiteY47" fmla="*/ 4543354 h 5229819"/>
              <a:gd name="connsiteX48" fmla="*/ 3094526 w 3154526"/>
              <a:gd name="connsiteY48" fmla="*/ 4521621 h 5229819"/>
              <a:gd name="connsiteX49" fmla="*/ 2985083 w 3154526"/>
              <a:gd name="connsiteY49" fmla="*/ 4485238 h 5229819"/>
              <a:gd name="connsiteX50" fmla="*/ 2708626 w 3154526"/>
              <a:gd name="connsiteY50" fmla="*/ 4418017 h 5229819"/>
              <a:gd name="connsiteX51" fmla="*/ 2620844 w 3154526"/>
              <a:gd name="connsiteY51" fmla="*/ 4430706 h 5229819"/>
              <a:gd name="connsiteX52" fmla="*/ 2540001 w 3154526"/>
              <a:gd name="connsiteY52" fmla="*/ 4424025 h 5229819"/>
              <a:gd name="connsiteX53" fmla="*/ 1907604 w 3154526"/>
              <a:gd name="connsiteY53" fmla="*/ 4339664 h 5229819"/>
              <a:gd name="connsiteX54" fmla="*/ 1879113 w 3154526"/>
              <a:gd name="connsiteY54" fmla="*/ 4342926 h 5229819"/>
              <a:gd name="connsiteX55" fmla="*/ 1921270 w 3154526"/>
              <a:gd name="connsiteY55" fmla="*/ 4376988 h 5229819"/>
              <a:gd name="connsiteX56" fmla="*/ 2647281 w 3154526"/>
              <a:gd name="connsiteY56" fmla="*/ 4614572 h 5229819"/>
              <a:gd name="connsiteX57" fmla="*/ 3060973 w 3154526"/>
              <a:gd name="connsiteY57" fmla="*/ 4624283 h 5229819"/>
              <a:gd name="connsiteX58" fmla="*/ 3154526 w 3154526"/>
              <a:gd name="connsiteY58" fmla="*/ 4599347 h 5229819"/>
              <a:gd name="connsiteX59" fmla="*/ 3154526 w 3154526"/>
              <a:gd name="connsiteY59" fmla="*/ 4661496 h 5229819"/>
              <a:gd name="connsiteX60" fmla="*/ 3124590 w 3154526"/>
              <a:gd name="connsiteY60" fmla="*/ 4670972 h 5229819"/>
              <a:gd name="connsiteX61" fmla="*/ 2657957 w 3154526"/>
              <a:gd name="connsiteY61" fmla="*/ 4674486 h 5229819"/>
              <a:gd name="connsiteX62" fmla="*/ 1891952 w 3154526"/>
              <a:gd name="connsiteY62" fmla="*/ 4426992 h 5229819"/>
              <a:gd name="connsiteX63" fmla="*/ 1839998 w 3154526"/>
              <a:gd name="connsiteY63" fmla="*/ 4399458 h 5229819"/>
              <a:gd name="connsiteX64" fmla="*/ 1897411 w 3154526"/>
              <a:gd name="connsiteY64" fmla="*/ 4275071 h 5229819"/>
              <a:gd name="connsiteX65" fmla="*/ 2271660 w 3154526"/>
              <a:gd name="connsiteY65" fmla="*/ 4202654 h 5229819"/>
              <a:gd name="connsiteX66" fmla="*/ 2860369 w 3154526"/>
              <a:gd name="connsiteY66" fmla="*/ 4283351 h 5229819"/>
              <a:gd name="connsiteX67" fmla="*/ 2986729 w 3154526"/>
              <a:gd name="connsiteY67" fmla="*/ 4338210 h 5229819"/>
              <a:gd name="connsiteX68" fmla="*/ 2815025 w 3154526"/>
              <a:gd name="connsiteY68" fmla="*/ 4191559 h 5229819"/>
              <a:gd name="connsiteX69" fmla="*/ 2550431 w 3154526"/>
              <a:gd name="connsiteY69" fmla="*/ 3844543 h 5229819"/>
              <a:gd name="connsiteX70" fmla="*/ 2629101 w 3154526"/>
              <a:gd name="connsiteY70" fmla="*/ 3729983 h 5229819"/>
              <a:gd name="connsiteX71" fmla="*/ 2911098 w 3154526"/>
              <a:gd name="connsiteY71" fmla="*/ 3440435 h 5229819"/>
              <a:gd name="connsiteX72" fmla="*/ 2828048 w 3154526"/>
              <a:gd name="connsiteY72" fmla="*/ 3443932 h 5229819"/>
              <a:gd name="connsiteX73" fmla="*/ 2509409 w 3154526"/>
              <a:gd name="connsiteY73" fmla="*/ 3495655 h 5229819"/>
              <a:gd name="connsiteX74" fmla="*/ 2147895 w 3154526"/>
              <a:gd name="connsiteY74" fmla="*/ 3514483 h 5229819"/>
              <a:gd name="connsiteX75" fmla="*/ 2003552 w 3154526"/>
              <a:gd name="connsiteY75" fmla="*/ 3520439 h 5229819"/>
              <a:gd name="connsiteX76" fmla="*/ 2246830 w 3154526"/>
              <a:gd name="connsiteY76" fmla="*/ 3622276 h 5229819"/>
              <a:gd name="connsiteX77" fmla="*/ 2835671 w 3154526"/>
              <a:gd name="connsiteY77" fmla="*/ 3548747 h 5229819"/>
              <a:gd name="connsiteX78" fmla="*/ 2998953 w 3154526"/>
              <a:gd name="connsiteY78" fmla="*/ 3464237 h 5229819"/>
              <a:gd name="connsiteX79" fmla="*/ 2995075 w 3154526"/>
              <a:gd name="connsiteY79" fmla="*/ 3442088 h 5229819"/>
              <a:gd name="connsiteX80" fmla="*/ 2911098 w 3154526"/>
              <a:gd name="connsiteY80" fmla="*/ 3440435 h 5229819"/>
              <a:gd name="connsiteX81" fmla="*/ 2690666 w 3154526"/>
              <a:gd name="connsiteY81" fmla="*/ 3299672 h 5229819"/>
              <a:gd name="connsiteX82" fmla="*/ 2476905 w 3154526"/>
              <a:gd name="connsiteY82" fmla="*/ 3324782 h 5229819"/>
              <a:gd name="connsiteX83" fmla="*/ 2094849 w 3154526"/>
              <a:gd name="connsiteY83" fmla="*/ 3447220 h 5229819"/>
              <a:gd name="connsiteX84" fmla="*/ 2483888 w 3154526"/>
              <a:gd name="connsiteY84" fmla="*/ 3440295 h 5229819"/>
              <a:gd name="connsiteX85" fmla="*/ 3014076 w 3154526"/>
              <a:gd name="connsiteY85" fmla="*/ 3366305 h 5229819"/>
              <a:gd name="connsiteX86" fmla="*/ 2904378 w 3154526"/>
              <a:gd name="connsiteY86" fmla="*/ 3324561 h 5229819"/>
              <a:gd name="connsiteX87" fmla="*/ 2690666 w 3154526"/>
              <a:gd name="connsiteY87" fmla="*/ 3299672 h 5229819"/>
              <a:gd name="connsiteX88" fmla="*/ 2600173 w 3154526"/>
              <a:gd name="connsiteY88" fmla="*/ 3247414 h 5229819"/>
              <a:gd name="connsiteX89" fmla="*/ 3008079 w 3154526"/>
              <a:gd name="connsiteY89" fmla="*/ 3291395 h 5229819"/>
              <a:gd name="connsiteX90" fmla="*/ 3154526 w 3154526"/>
              <a:gd name="connsiteY90" fmla="*/ 3354047 h 5229819"/>
              <a:gd name="connsiteX91" fmla="*/ 3154526 w 3154526"/>
              <a:gd name="connsiteY91" fmla="*/ 3464030 h 5229819"/>
              <a:gd name="connsiteX92" fmla="*/ 3150012 w 3154526"/>
              <a:gd name="connsiteY92" fmla="*/ 3464430 h 5229819"/>
              <a:gd name="connsiteX93" fmla="*/ 3006185 w 3154526"/>
              <a:gd name="connsiteY93" fmla="*/ 3521395 h 5229819"/>
              <a:gd name="connsiteX94" fmla="*/ 2745224 w 3154526"/>
              <a:gd name="connsiteY94" fmla="*/ 3629721 h 5229819"/>
              <a:gd name="connsiteX95" fmla="*/ 2266244 w 3154526"/>
              <a:gd name="connsiteY95" fmla="*/ 3673727 h 5229819"/>
              <a:gd name="connsiteX96" fmla="*/ 1968615 w 3154526"/>
              <a:gd name="connsiteY96" fmla="*/ 3585320 h 5229819"/>
              <a:gd name="connsiteX97" fmla="*/ 1898396 w 3154526"/>
              <a:gd name="connsiteY97" fmla="*/ 3500287 h 5229819"/>
              <a:gd name="connsiteX98" fmla="*/ 1989083 w 3154526"/>
              <a:gd name="connsiteY98" fmla="*/ 3427016 h 5229819"/>
              <a:gd name="connsiteX99" fmla="*/ 2389567 w 3154526"/>
              <a:gd name="connsiteY99" fmla="*/ 3290809 h 5229819"/>
              <a:gd name="connsiteX100" fmla="*/ 2600173 w 3154526"/>
              <a:gd name="connsiteY100" fmla="*/ 3247414 h 5229819"/>
              <a:gd name="connsiteX101" fmla="*/ 2319352 w 3154526"/>
              <a:gd name="connsiteY101" fmla="*/ 2601737 h 5229819"/>
              <a:gd name="connsiteX102" fmla="*/ 2766163 w 3154526"/>
              <a:gd name="connsiteY102" fmla="*/ 2737145 h 5229819"/>
              <a:gd name="connsiteX103" fmla="*/ 2974746 w 3154526"/>
              <a:gd name="connsiteY103" fmla="*/ 2866399 h 5229819"/>
              <a:gd name="connsiteX104" fmla="*/ 3121568 w 3154526"/>
              <a:gd name="connsiteY104" fmla="*/ 2982134 h 5229819"/>
              <a:gd name="connsiteX105" fmla="*/ 3154526 w 3154526"/>
              <a:gd name="connsiteY105" fmla="*/ 3011886 h 5229819"/>
              <a:gd name="connsiteX106" fmla="*/ 3154526 w 3154526"/>
              <a:gd name="connsiteY106" fmla="*/ 3160319 h 5229819"/>
              <a:gd name="connsiteX107" fmla="*/ 3067546 w 3154526"/>
              <a:gd name="connsiteY107" fmla="*/ 3110720 h 5229819"/>
              <a:gd name="connsiteX108" fmla="*/ 2232937 w 3154526"/>
              <a:gd name="connsiteY108" fmla="*/ 2769088 h 5229819"/>
              <a:gd name="connsiteX109" fmla="*/ 2352619 w 3154526"/>
              <a:gd name="connsiteY109" fmla="*/ 2743180 h 5229819"/>
              <a:gd name="connsiteX110" fmla="*/ 2721589 w 3154526"/>
              <a:gd name="connsiteY110" fmla="*/ 2876160 h 5229819"/>
              <a:gd name="connsiteX111" fmla="*/ 3060914 w 3154526"/>
              <a:gd name="connsiteY111" fmla="*/ 3014259 h 5229819"/>
              <a:gd name="connsiteX112" fmla="*/ 2965264 w 3154526"/>
              <a:gd name="connsiteY112" fmla="*/ 2935323 h 5229819"/>
              <a:gd name="connsiteX113" fmla="*/ 2367226 w 3154526"/>
              <a:gd name="connsiteY113" fmla="*/ 2661486 h 5229819"/>
              <a:gd name="connsiteX114" fmla="*/ 2207259 w 3154526"/>
              <a:gd name="connsiteY114" fmla="*/ 2694665 h 5229819"/>
              <a:gd name="connsiteX115" fmla="*/ 2179723 w 3154526"/>
              <a:gd name="connsiteY115" fmla="*/ 2818255 h 5229819"/>
              <a:gd name="connsiteX116" fmla="*/ 2514888 w 3154526"/>
              <a:gd name="connsiteY116" fmla="*/ 3048475 h 5229819"/>
              <a:gd name="connsiteX117" fmla="*/ 3016861 w 3154526"/>
              <a:gd name="connsiteY117" fmla="*/ 3160740 h 5229819"/>
              <a:gd name="connsiteX118" fmla="*/ 3154526 w 3154526"/>
              <a:gd name="connsiteY118" fmla="*/ 3176279 h 5229819"/>
              <a:gd name="connsiteX119" fmla="*/ 3154526 w 3154526"/>
              <a:gd name="connsiteY119" fmla="*/ 3250361 h 5229819"/>
              <a:gd name="connsiteX120" fmla="*/ 3091307 w 3154526"/>
              <a:gd name="connsiteY120" fmla="*/ 3229805 h 5229819"/>
              <a:gd name="connsiteX121" fmla="*/ 2723879 w 3154526"/>
              <a:gd name="connsiteY121" fmla="*/ 3162709 h 5229819"/>
              <a:gd name="connsiteX122" fmla="*/ 2203034 w 3154526"/>
              <a:gd name="connsiteY122" fmla="*/ 2922890 h 5229819"/>
              <a:gd name="connsiteX123" fmla="*/ 2101110 w 3154526"/>
              <a:gd name="connsiteY123" fmla="*/ 2793332 h 5229819"/>
              <a:gd name="connsiteX124" fmla="*/ 2116325 w 3154526"/>
              <a:gd name="connsiteY124" fmla="*/ 2687419 h 5229819"/>
              <a:gd name="connsiteX125" fmla="*/ 2319352 w 3154526"/>
              <a:gd name="connsiteY125" fmla="*/ 2601737 h 5229819"/>
              <a:gd name="connsiteX126" fmla="*/ 1350946 w 3154526"/>
              <a:gd name="connsiteY126" fmla="*/ 1631006 h 5229819"/>
              <a:gd name="connsiteX127" fmla="*/ 1004901 w 3154526"/>
              <a:gd name="connsiteY127" fmla="*/ 1697258 h 5229819"/>
              <a:gd name="connsiteX128" fmla="*/ 955407 w 3154526"/>
              <a:gd name="connsiteY128" fmla="*/ 1725240 h 5229819"/>
              <a:gd name="connsiteX129" fmla="*/ 1056827 w 3154526"/>
              <a:gd name="connsiteY129" fmla="*/ 1829253 h 5229819"/>
              <a:gd name="connsiteX130" fmla="*/ 1626585 w 3154526"/>
              <a:gd name="connsiteY130" fmla="*/ 2030287 h 5229819"/>
              <a:gd name="connsiteX131" fmla="*/ 2214811 w 3154526"/>
              <a:gd name="connsiteY131" fmla="*/ 2140743 h 5229819"/>
              <a:gd name="connsiteX132" fmla="*/ 2475442 w 3154526"/>
              <a:gd name="connsiteY132" fmla="*/ 2220115 h 5229819"/>
              <a:gd name="connsiteX133" fmla="*/ 1255641 w 3154526"/>
              <a:gd name="connsiteY133" fmla="*/ 1766864 h 5229819"/>
              <a:gd name="connsiteX134" fmla="*/ 1305929 w 3154526"/>
              <a:gd name="connsiteY134" fmla="*/ 1722974 h 5229819"/>
              <a:gd name="connsiteX135" fmla="*/ 2002915 w 3154526"/>
              <a:gd name="connsiteY135" fmla="*/ 1923946 h 5229819"/>
              <a:gd name="connsiteX136" fmla="*/ 2449662 w 3154526"/>
              <a:gd name="connsiteY136" fmla="*/ 2126020 h 5229819"/>
              <a:gd name="connsiteX137" fmla="*/ 2505028 w 3154526"/>
              <a:gd name="connsiteY137" fmla="*/ 2142789 h 5229819"/>
              <a:gd name="connsiteX138" fmla="*/ 2446175 w 3154526"/>
              <a:gd name="connsiteY138" fmla="*/ 2082091 h 5229819"/>
              <a:gd name="connsiteX139" fmla="*/ 2312648 w 3154526"/>
              <a:gd name="connsiteY139" fmla="*/ 1997116 h 5229819"/>
              <a:gd name="connsiteX140" fmla="*/ 1350946 w 3154526"/>
              <a:gd name="connsiteY140" fmla="*/ 1631006 h 5229819"/>
              <a:gd name="connsiteX141" fmla="*/ 2656659 w 3154526"/>
              <a:gd name="connsiteY141" fmla="*/ 1238775 h 5229819"/>
              <a:gd name="connsiteX142" fmla="*/ 2625436 w 3154526"/>
              <a:gd name="connsiteY142" fmla="*/ 1397072 h 5229819"/>
              <a:gd name="connsiteX143" fmla="*/ 2875161 w 3154526"/>
              <a:gd name="connsiteY143" fmla="*/ 2321650 h 5229819"/>
              <a:gd name="connsiteX144" fmla="*/ 2925722 w 3154526"/>
              <a:gd name="connsiteY144" fmla="*/ 2392692 h 5229819"/>
              <a:gd name="connsiteX145" fmla="*/ 2811462 w 3154526"/>
              <a:gd name="connsiteY145" fmla="*/ 1947758 h 5229819"/>
              <a:gd name="connsiteX146" fmla="*/ 2718919 w 3154526"/>
              <a:gd name="connsiteY146" fmla="*/ 1497019 h 5229819"/>
              <a:gd name="connsiteX147" fmla="*/ 2753255 w 3154526"/>
              <a:gd name="connsiteY147" fmla="*/ 1529176 h 5229819"/>
              <a:gd name="connsiteX148" fmla="*/ 2881379 w 3154526"/>
              <a:gd name="connsiteY148" fmla="*/ 2022317 h 5229819"/>
              <a:gd name="connsiteX149" fmla="*/ 2996393 w 3154526"/>
              <a:gd name="connsiteY149" fmla="*/ 2365005 h 5229819"/>
              <a:gd name="connsiteX150" fmla="*/ 3100133 w 3154526"/>
              <a:gd name="connsiteY150" fmla="*/ 2512233 h 5229819"/>
              <a:gd name="connsiteX151" fmla="*/ 3079545 w 3154526"/>
              <a:gd name="connsiteY151" fmla="*/ 1967247 h 5229819"/>
              <a:gd name="connsiteX152" fmla="*/ 2899475 w 3154526"/>
              <a:gd name="connsiteY152" fmla="*/ 1449951 h 5229819"/>
              <a:gd name="connsiteX153" fmla="*/ 2656659 w 3154526"/>
              <a:gd name="connsiteY153" fmla="*/ 1238775 h 5229819"/>
              <a:gd name="connsiteX154" fmla="*/ 1367798 w 3154526"/>
              <a:gd name="connsiteY154" fmla="*/ 807514 h 5229819"/>
              <a:gd name="connsiteX155" fmla="*/ 1321670 w 3154526"/>
              <a:gd name="connsiteY155" fmla="*/ 812743 h 5229819"/>
              <a:gd name="connsiteX156" fmla="*/ 1326427 w 3154526"/>
              <a:gd name="connsiteY156" fmla="*/ 995044 h 5229819"/>
              <a:gd name="connsiteX157" fmla="*/ 1646715 w 3154526"/>
              <a:gd name="connsiteY157" fmla="*/ 1403714 h 5229819"/>
              <a:gd name="connsiteX158" fmla="*/ 1699020 w 3154526"/>
              <a:gd name="connsiteY158" fmla="*/ 1462003 h 5229819"/>
              <a:gd name="connsiteX159" fmla="*/ 2128129 w 3154526"/>
              <a:gd name="connsiteY159" fmla="*/ 1776540 h 5229819"/>
              <a:gd name="connsiteX160" fmla="*/ 2153908 w 3154526"/>
              <a:gd name="connsiteY160" fmla="*/ 1776925 h 5229819"/>
              <a:gd name="connsiteX161" fmla="*/ 1447891 w 3154526"/>
              <a:gd name="connsiteY161" fmla="*/ 949010 h 5229819"/>
              <a:gd name="connsiteX162" fmla="*/ 1451500 w 3154526"/>
              <a:gd name="connsiteY162" fmla="*/ 904772 h 5229819"/>
              <a:gd name="connsiteX163" fmla="*/ 1824226 w 3154526"/>
              <a:gd name="connsiteY163" fmla="*/ 1311217 h 5229819"/>
              <a:gd name="connsiteX164" fmla="*/ 2204689 w 3154526"/>
              <a:gd name="connsiteY164" fmla="*/ 1730927 h 5229819"/>
              <a:gd name="connsiteX165" fmla="*/ 1890667 w 3154526"/>
              <a:gd name="connsiteY165" fmla="*/ 1206353 h 5229819"/>
              <a:gd name="connsiteX166" fmla="*/ 1627192 w 3154526"/>
              <a:gd name="connsiteY166" fmla="*/ 933479 h 5229819"/>
              <a:gd name="connsiteX167" fmla="*/ 1367798 w 3154526"/>
              <a:gd name="connsiteY167" fmla="*/ 807514 h 5229819"/>
              <a:gd name="connsiteX168" fmla="*/ 283580 w 3154526"/>
              <a:gd name="connsiteY168" fmla="*/ 681216 h 5229819"/>
              <a:gd name="connsiteX169" fmla="*/ 110348 w 3154526"/>
              <a:gd name="connsiteY169" fmla="*/ 708025 h 5229819"/>
              <a:gd name="connsiteX170" fmla="*/ 85723 w 3154526"/>
              <a:gd name="connsiteY170" fmla="*/ 819576 h 5229819"/>
              <a:gd name="connsiteX171" fmla="*/ 199932 w 3154526"/>
              <a:gd name="connsiteY171" fmla="*/ 893664 h 5229819"/>
              <a:gd name="connsiteX172" fmla="*/ 740736 w 3154526"/>
              <a:gd name="connsiteY172" fmla="*/ 1064235 h 5229819"/>
              <a:gd name="connsiteX173" fmla="*/ 1110528 w 3154526"/>
              <a:gd name="connsiteY173" fmla="*/ 1146285 h 5229819"/>
              <a:gd name="connsiteX174" fmla="*/ 459412 w 3154526"/>
              <a:gd name="connsiteY174" fmla="*/ 885372 h 5229819"/>
              <a:gd name="connsiteX175" fmla="*/ 543138 w 3154526"/>
              <a:gd name="connsiteY175" fmla="*/ 845601 h 5229819"/>
              <a:gd name="connsiteX176" fmla="*/ 910153 w 3154526"/>
              <a:gd name="connsiteY176" fmla="*/ 948610 h 5229819"/>
              <a:gd name="connsiteX177" fmla="*/ 966399 w 3154526"/>
              <a:gd name="connsiteY177" fmla="*/ 962382 h 5229819"/>
              <a:gd name="connsiteX178" fmla="*/ 283580 w 3154526"/>
              <a:gd name="connsiteY178" fmla="*/ 681216 h 5229819"/>
              <a:gd name="connsiteX179" fmla="*/ 1590373 w 3154526"/>
              <a:gd name="connsiteY179" fmla="*/ 207352 h 5229819"/>
              <a:gd name="connsiteX180" fmla="*/ 1849000 w 3154526"/>
              <a:gd name="connsiteY180" fmla="*/ 1052202 h 5229819"/>
              <a:gd name="connsiteX181" fmla="*/ 1897521 w 3154526"/>
              <a:gd name="connsiteY181" fmla="*/ 1104633 h 5229819"/>
              <a:gd name="connsiteX182" fmla="*/ 1590373 w 3154526"/>
              <a:gd name="connsiteY182" fmla="*/ 207352 h 5229819"/>
              <a:gd name="connsiteX183" fmla="*/ 1477590 w 3154526"/>
              <a:gd name="connsiteY183" fmla="*/ 196987 h 5229819"/>
              <a:gd name="connsiteX184" fmla="*/ 1734197 w 3154526"/>
              <a:gd name="connsiteY184" fmla="*/ 915385 h 5229819"/>
              <a:gd name="connsiteX185" fmla="*/ 1477590 w 3154526"/>
              <a:gd name="connsiteY185" fmla="*/ 196987 h 5229819"/>
              <a:gd name="connsiteX186" fmla="*/ 1520807 w 3154526"/>
              <a:gd name="connsiteY186" fmla="*/ 401 h 5229819"/>
              <a:gd name="connsiteX187" fmla="*/ 1959261 w 3154526"/>
              <a:gd name="connsiteY187" fmla="*/ 1004279 h 5229819"/>
              <a:gd name="connsiteX188" fmla="*/ 1999831 w 3154526"/>
              <a:gd name="connsiteY188" fmla="*/ 1233302 h 5229819"/>
              <a:gd name="connsiteX189" fmla="*/ 2119085 w 3154526"/>
              <a:gd name="connsiteY189" fmla="*/ 1423964 h 5229819"/>
              <a:gd name="connsiteX190" fmla="*/ 2335471 w 3154526"/>
              <a:gd name="connsiteY190" fmla="*/ 1850384 h 5229819"/>
              <a:gd name="connsiteX191" fmla="*/ 2392591 w 3154526"/>
              <a:gd name="connsiteY191" fmla="*/ 1951489 h 5229819"/>
              <a:gd name="connsiteX192" fmla="*/ 2748943 w 3154526"/>
              <a:gd name="connsiteY192" fmla="*/ 2303364 h 5229819"/>
              <a:gd name="connsiteX193" fmla="*/ 2806241 w 3154526"/>
              <a:gd name="connsiteY193" fmla="*/ 2339964 h 5229819"/>
              <a:gd name="connsiteX194" fmla="*/ 2679338 w 3154526"/>
              <a:gd name="connsiteY194" fmla="*/ 2010074 h 5229819"/>
              <a:gd name="connsiteX195" fmla="*/ 2606989 w 3154526"/>
              <a:gd name="connsiteY195" fmla="*/ 1775538 h 5229819"/>
              <a:gd name="connsiteX196" fmla="*/ 2582155 w 3154526"/>
              <a:gd name="connsiteY196" fmla="*/ 1309760 h 5229819"/>
              <a:gd name="connsiteX197" fmla="*/ 2592851 w 3154526"/>
              <a:gd name="connsiteY197" fmla="*/ 1261833 h 5229819"/>
              <a:gd name="connsiteX198" fmla="*/ 2718128 w 3154526"/>
              <a:gd name="connsiteY198" fmla="*/ 1210907 h 5229819"/>
              <a:gd name="connsiteX199" fmla="*/ 2951511 w 3154526"/>
              <a:gd name="connsiteY199" fmla="*/ 1441852 h 5229819"/>
              <a:gd name="connsiteX200" fmla="*/ 3144770 w 3154526"/>
              <a:gd name="connsiteY200" fmla="*/ 2025597 h 5229819"/>
              <a:gd name="connsiteX201" fmla="*/ 3154526 w 3154526"/>
              <a:gd name="connsiteY201" fmla="*/ 2110676 h 5229819"/>
              <a:gd name="connsiteX202" fmla="*/ 3154526 w 3154526"/>
              <a:gd name="connsiteY202" fmla="*/ 2821253 h 5229819"/>
              <a:gd name="connsiteX203" fmla="*/ 2760231 w 3154526"/>
              <a:gd name="connsiteY203" fmla="*/ 2387604 h 5229819"/>
              <a:gd name="connsiteX204" fmla="*/ 2690109 w 3154526"/>
              <a:gd name="connsiteY204" fmla="*/ 2343136 h 5229819"/>
              <a:gd name="connsiteX205" fmla="*/ 2584945 w 3154526"/>
              <a:gd name="connsiteY205" fmla="*/ 2319604 h 5229819"/>
              <a:gd name="connsiteX206" fmla="*/ 2476459 w 3154526"/>
              <a:gd name="connsiteY206" fmla="*/ 2274585 h 5229819"/>
              <a:gd name="connsiteX207" fmla="*/ 1635021 w 3154526"/>
              <a:gd name="connsiteY207" fmla="*/ 2080790 h 5229819"/>
              <a:gd name="connsiteX208" fmla="*/ 994284 w 3154526"/>
              <a:gd name="connsiteY208" fmla="*/ 1848426 h 5229819"/>
              <a:gd name="connsiteX209" fmla="*/ 900907 w 3154526"/>
              <a:gd name="connsiteY209" fmla="*/ 1722986 h 5229819"/>
              <a:gd name="connsiteX210" fmla="*/ 1019942 w 3154526"/>
              <a:gd name="connsiteY210" fmla="*/ 1634959 h 5229819"/>
              <a:gd name="connsiteX211" fmla="*/ 1436756 w 3154526"/>
              <a:gd name="connsiteY211" fmla="*/ 1581585 h 5229819"/>
              <a:gd name="connsiteX212" fmla="*/ 1745065 w 3154526"/>
              <a:gd name="connsiteY212" fmla="*/ 1615304 h 5229819"/>
              <a:gd name="connsiteX213" fmla="*/ 1601192 w 3154526"/>
              <a:gd name="connsiteY213" fmla="*/ 1445865 h 5229819"/>
              <a:gd name="connsiteX214" fmla="*/ 1401935 w 3154526"/>
              <a:gd name="connsiteY214" fmla="*/ 1322332 h 5229819"/>
              <a:gd name="connsiteX215" fmla="*/ 1350058 w 3154526"/>
              <a:gd name="connsiteY215" fmla="*/ 1304329 h 5229819"/>
              <a:gd name="connsiteX216" fmla="*/ 1196299 w 3154526"/>
              <a:gd name="connsiteY216" fmla="*/ 1267380 h 5229819"/>
              <a:gd name="connsiteX217" fmla="*/ 1010774 w 3154526"/>
              <a:gd name="connsiteY217" fmla="*/ 1183133 h 5229819"/>
              <a:gd name="connsiteX218" fmla="*/ 762606 w 3154526"/>
              <a:gd name="connsiteY218" fmla="*/ 1122658 h 5229819"/>
              <a:gd name="connsiteX219" fmla="*/ 154893 w 3154526"/>
              <a:gd name="connsiteY219" fmla="*/ 930327 h 5229819"/>
              <a:gd name="connsiteX220" fmla="*/ 41348 w 3154526"/>
              <a:gd name="connsiteY220" fmla="*/ 855682 h 5229819"/>
              <a:gd name="connsiteX221" fmla="*/ 71618 w 3154526"/>
              <a:gd name="connsiteY221" fmla="*/ 669959 h 5229819"/>
              <a:gd name="connsiteX222" fmla="*/ 192882 w 3154526"/>
              <a:gd name="connsiteY222" fmla="*/ 633126 h 5229819"/>
              <a:gd name="connsiteX223" fmla="*/ 753661 w 3154526"/>
              <a:gd name="connsiteY223" fmla="*/ 741211 h 5229819"/>
              <a:gd name="connsiteX224" fmla="*/ 1255776 w 3154526"/>
              <a:gd name="connsiteY224" fmla="*/ 1147472 h 5229819"/>
              <a:gd name="connsiteX225" fmla="*/ 1455766 w 3154526"/>
              <a:gd name="connsiteY225" fmla="*/ 1276598 h 5229819"/>
              <a:gd name="connsiteX226" fmla="*/ 1288932 w 3154526"/>
              <a:gd name="connsiteY226" fmla="*/ 1033280 h 5229819"/>
              <a:gd name="connsiteX227" fmla="*/ 1232411 w 3154526"/>
              <a:gd name="connsiteY227" fmla="*/ 880301 h 5229819"/>
              <a:gd name="connsiteX228" fmla="*/ 1384570 w 3154526"/>
              <a:gd name="connsiteY228" fmla="*/ 733996 h 5229819"/>
              <a:gd name="connsiteX229" fmla="*/ 1507746 w 3154526"/>
              <a:gd name="connsiteY229" fmla="*/ 755398 h 5229819"/>
              <a:gd name="connsiteX230" fmla="*/ 1477350 w 3154526"/>
              <a:gd name="connsiteY230" fmla="*/ 678725 h 5229819"/>
              <a:gd name="connsiteX231" fmla="*/ 1417151 w 3154526"/>
              <a:gd name="connsiteY231" fmla="*/ 168105 h 5229819"/>
              <a:gd name="connsiteX232" fmla="*/ 1520807 w 3154526"/>
              <a:gd name="connsiteY232" fmla="*/ 401 h 5229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</a:cxnLst>
            <a:rect l="l" t="t" r="r" b="b"/>
            <a:pathLst>
              <a:path w="3154526" h="5229819">
                <a:moveTo>
                  <a:pt x="2984957" y="4764199"/>
                </a:moveTo>
                <a:cubicBezTo>
                  <a:pt x="3018240" y="4767408"/>
                  <a:pt x="3051712" y="4773969"/>
                  <a:pt x="3085247" y="4783935"/>
                </a:cubicBezTo>
                <a:lnTo>
                  <a:pt x="3154526" y="4805985"/>
                </a:lnTo>
                <a:lnTo>
                  <a:pt x="3154526" y="4854317"/>
                </a:lnTo>
                <a:lnTo>
                  <a:pt x="3077489" y="4835342"/>
                </a:lnTo>
                <a:cubicBezTo>
                  <a:pt x="3033509" y="4827066"/>
                  <a:pt x="2989112" y="4821557"/>
                  <a:pt x="2943802" y="4819637"/>
                </a:cubicBezTo>
                <a:cubicBezTo>
                  <a:pt x="2893293" y="4817421"/>
                  <a:pt x="2839830" y="4831234"/>
                  <a:pt x="2790751" y="4847576"/>
                </a:cubicBezTo>
                <a:cubicBezTo>
                  <a:pt x="2669496" y="4887789"/>
                  <a:pt x="2461044" y="5000040"/>
                  <a:pt x="2434897" y="5031577"/>
                </a:cubicBezTo>
                <a:cubicBezTo>
                  <a:pt x="2484364" y="5038618"/>
                  <a:pt x="2785484" y="4986917"/>
                  <a:pt x="2951768" y="4976098"/>
                </a:cubicBezTo>
                <a:lnTo>
                  <a:pt x="3154526" y="4968709"/>
                </a:lnTo>
                <a:lnTo>
                  <a:pt x="3154526" y="5031765"/>
                </a:lnTo>
                <a:lnTo>
                  <a:pt x="3014835" y="5034301"/>
                </a:lnTo>
                <a:cubicBezTo>
                  <a:pt x="2710439" y="5051677"/>
                  <a:pt x="2441583" y="5097943"/>
                  <a:pt x="2393353" y="5115550"/>
                </a:cubicBezTo>
                <a:cubicBezTo>
                  <a:pt x="2431157" y="5160603"/>
                  <a:pt x="2707409" y="5188478"/>
                  <a:pt x="2867479" y="5174972"/>
                </a:cubicBezTo>
                <a:lnTo>
                  <a:pt x="3154526" y="5146324"/>
                </a:lnTo>
                <a:lnTo>
                  <a:pt x="3154526" y="5195560"/>
                </a:lnTo>
                <a:lnTo>
                  <a:pt x="2893424" y="5222073"/>
                </a:lnTo>
                <a:cubicBezTo>
                  <a:pt x="2723102" y="5236843"/>
                  <a:pt x="2552184" y="5234050"/>
                  <a:pt x="2386859" y="5181967"/>
                </a:cubicBezTo>
                <a:cubicBezTo>
                  <a:pt x="2344695" y="5168797"/>
                  <a:pt x="2273873" y="5156530"/>
                  <a:pt x="2246076" y="5123402"/>
                </a:cubicBezTo>
                <a:cubicBezTo>
                  <a:pt x="2248155" y="5065206"/>
                  <a:pt x="2304768" y="5047057"/>
                  <a:pt x="2334992" y="5028470"/>
                </a:cubicBezTo>
                <a:cubicBezTo>
                  <a:pt x="2452848" y="4957239"/>
                  <a:pt x="2572264" y="4889215"/>
                  <a:pt x="2693848" y="4824451"/>
                </a:cubicBezTo>
                <a:cubicBezTo>
                  <a:pt x="2786948" y="4775123"/>
                  <a:pt x="2885106" y="4754573"/>
                  <a:pt x="2984957" y="4764199"/>
                </a:cubicBezTo>
                <a:close/>
                <a:moveTo>
                  <a:pt x="2257356" y="4262588"/>
                </a:moveTo>
                <a:cubicBezTo>
                  <a:pt x="2189977" y="4262303"/>
                  <a:pt x="2140260" y="4266339"/>
                  <a:pt x="2122814" y="4273357"/>
                </a:cubicBezTo>
                <a:cubicBezTo>
                  <a:pt x="2175826" y="4302827"/>
                  <a:pt x="2336755" y="4324727"/>
                  <a:pt x="2427819" y="4316623"/>
                </a:cubicBezTo>
                <a:cubicBezTo>
                  <a:pt x="2449822" y="4314531"/>
                  <a:pt x="2473394" y="4319027"/>
                  <a:pt x="2495745" y="4323417"/>
                </a:cubicBezTo>
                <a:cubicBezTo>
                  <a:pt x="2611332" y="4347235"/>
                  <a:pt x="2726479" y="4372552"/>
                  <a:pt x="2842012" y="4396980"/>
                </a:cubicBezTo>
                <a:cubicBezTo>
                  <a:pt x="2876678" y="4404585"/>
                  <a:pt x="2911453" y="4410971"/>
                  <a:pt x="2946172" y="4417967"/>
                </a:cubicBezTo>
                <a:cubicBezTo>
                  <a:pt x="2820585" y="4303185"/>
                  <a:pt x="2459492" y="4263443"/>
                  <a:pt x="2257356" y="4262588"/>
                </a:cubicBezTo>
                <a:close/>
                <a:moveTo>
                  <a:pt x="2658537" y="3869558"/>
                </a:moveTo>
                <a:cubicBezTo>
                  <a:pt x="2652732" y="3876123"/>
                  <a:pt x="2646980" y="3882078"/>
                  <a:pt x="2641175" y="3888643"/>
                </a:cubicBezTo>
                <a:cubicBezTo>
                  <a:pt x="2746782" y="4098095"/>
                  <a:pt x="2938317" y="4215122"/>
                  <a:pt x="3126479" y="4335544"/>
                </a:cubicBezTo>
                <a:cubicBezTo>
                  <a:pt x="3132006" y="4328648"/>
                  <a:pt x="3138143" y="4321804"/>
                  <a:pt x="3143670" y="4314908"/>
                </a:cubicBezTo>
                <a:cubicBezTo>
                  <a:pt x="2981663" y="4166330"/>
                  <a:pt x="2819935" y="4018083"/>
                  <a:pt x="2658537" y="3869558"/>
                </a:cubicBezTo>
                <a:close/>
                <a:moveTo>
                  <a:pt x="2629101" y="3729983"/>
                </a:moveTo>
                <a:cubicBezTo>
                  <a:pt x="2661589" y="3730947"/>
                  <a:pt x="2697073" y="3732787"/>
                  <a:pt x="2725377" y="3746294"/>
                </a:cubicBezTo>
                <a:cubicBezTo>
                  <a:pt x="2822777" y="3791583"/>
                  <a:pt x="2920786" y="3836926"/>
                  <a:pt x="3013384" y="3891324"/>
                </a:cubicBezTo>
                <a:lnTo>
                  <a:pt x="3154526" y="3990464"/>
                </a:lnTo>
                <a:lnTo>
                  <a:pt x="3154526" y="4060395"/>
                </a:lnTo>
                <a:lnTo>
                  <a:pt x="3036403" y="3972021"/>
                </a:lnTo>
                <a:cubicBezTo>
                  <a:pt x="2907615" y="3883525"/>
                  <a:pt x="2779554" y="3819455"/>
                  <a:pt x="2688997" y="3810128"/>
                </a:cubicBezTo>
                <a:cubicBezTo>
                  <a:pt x="2831670" y="3941058"/>
                  <a:pt x="2937046" y="4076752"/>
                  <a:pt x="3092476" y="4164235"/>
                </a:cubicBezTo>
                <a:lnTo>
                  <a:pt x="3154526" y="4207256"/>
                </a:lnTo>
                <a:lnTo>
                  <a:pt x="3154526" y="4417507"/>
                </a:lnTo>
                <a:lnTo>
                  <a:pt x="3087942" y="4378606"/>
                </a:lnTo>
                <a:cubicBezTo>
                  <a:pt x="3102143" y="4394351"/>
                  <a:pt x="3115996" y="4410565"/>
                  <a:pt x="3130359" y="4425849"/>
                </a:cubicBezTo>
                <a:lnTo>
                  <a:pt x="3154526" y="4447989"/>
                </a:lnTo>
                <a:lnTo>
                  <a:pt x="3154526" y="4543354"/>
                </a:lnTo>
                <a:lnTo>
                  <a:pt x="3094526" y="4521621"/>
                </a:lnTo>
                <a:cubicBezTo>
                  <a:pt x="3058315" y="4508467"/>
                  <a:pt x="3021946" y="4495799"/>
                  <a:pt x="2985083" y="4485238"/>
                </a:cubicBezTo>
                <a:cubicBezTo>
                  <a:pt x="2893993" y="4458928"/>
                  <a:pt x="2801476" y="4438333"/>
                  <a:pt x="2708626" y="4418017"/>
                </a:cubicBezTo>
                <a:cubicBezTo>
                  <a:pt x="2680283" y="4411879"/>
                  <a:pt x="2649801" y="4391731"/>
                  <a:pt x="2620844" y="4430706"/>
                </a:cubicBezTo>
                <a:cubicBezTo>
                  <a:pt x="2612114" y="4442549"/>
                  <a:pt x="2565967" y="4432721"/>
                  <a:pt x="2540001" y="4424025"/>
                </a:cubicBezTo>
                <a:cubicBezTo>
                  <a:pt x="2355773" y="4363740"/>
                  <a:pt x="2011228" y="4336407"/>
                  <a:pt x="1907604" y="4339664"/>
                </a:cubicBezTo>
                <a:cubicBezTo>
                  <a:pt x="1892800" y="4340130"/>
                  <a:pt x="1882913" y="4341219"/>
                  <a:pt x="1879113" y="4342926"/>
                </a:cubicBezTo>
                <a:cubicBezTo>
                  <a:pt x="1889398" y="4355183"/>
                  <a:pt x="1908839" y="4371612"/>
                  <a:pt x="1921270" y="4376988"/>
                </a:cubicBezTo>
                <a:cubicBezTo>
                  <a:pt x="2156448" y="4476588"/>
                  <a:pt x="2398951" y="4555928"/>
                  <a:pt x="2647281" y="4614572"/>
                </a:cubicBezTo>
                <a:cubicBezTo>
                  <a:pt x="2785895" y="4647295"/>
                  <a:pt x="2924346" y="4650622"/>
                  <a:pt x="3060973" y="4624283"/>
                </a:cubicBezTo>
                <a:lnTo>
                  <a:pt x="3154526" y="4599347"/>
                </a:lnTo>
                <a:lnTo>
                  <a:pt x="3154526" y="4661496"/>
                </a:lnTo>
                <a:lnTo>
                  <a:pt x="3124590" y="4670972"/>
                </a:lnTo>
                <a:cubicBezTo>
                  <a:pt x="2971313" y="4708028"/>
                  <a:pt x="2814417" y="4711286"/>
                  <a:pt x="2657957" y="4674486"/>
                </a:cubicBezTo>
                <a:cubicBezTo>
                  <a:pt x="2396648" y="4613183"/>
                  <a:pt x="2139893" y="4531689"/>
                  <a:pt x="1891952" y="4426992"/>
                </a:cubicBezTo>
                <a:cubicBezTo>
                  <a:pt x="1873862" y="4419591"/>
                  <a:pt x="1855934" y="4410359"/>
                  <a:pt x="1839998" y="4399458"/>
                </a:cubicBezTo>
                <a:cubicBezTo>
                  <a:pt x="1799184" y="4371042"/>
                  <a:pt x="1790516" y="4316218"/>
                  <a:pt x="1897411" y="4275071"/>
                </a:cubicBezTo>
                <a:cubicBezTo>
                  <a:pt x="2016133" y="4218356"/>
                  <a:pt x="2144967" y="4217510"/>
                  <a:pt x="2271660" y="4202654"/>
                </a:cubicBezTo>
                <a:cubicBezTo>
                  <a:pt x="2475666" y="4178813"/>
                  <a:pt x="2669842" y="4217414"/>
                  <a:pt x="2860369" y="4283351"/>
                </a:cubicBezTo>
                <a:cubicBezTo>
                  <a:pt x="2903590" y="4298455"/>
                  <a:pt x="2944719" y="4319831"/>
                  <a:pt x="2986729" y="4338210"/>
                </a:cubicBezTo>
                <a:cubicBezTo>
                  <a:pt x="2932216" y="4284031"/>
                  <a:pt x="2873289" y="4238074"/>
                  <a:pt x="2815025" y="4191559"/>
                </a:cubicBezTo>
                <a:cubicBezTo>
                  <a:pt x="2697609" y="4098146"/>
                  <a:pt x="2608526" y="3983216"/>
                  <a:pt x="2550431" y="3844543"/>
                </a:cubicBezTo>
                <a:cubicBezTo>
                  <a:pt x="2515920" y="3762290"/>
                  <a:pt x="2539341" y="3726831"/>
                  <a:pt x="2629101" y="3729983"/>
                </a:cubicBezTo>
                <a:close/>
                <a:moveTo>
                  <a:pt x="2911098" y="3440435"/>
                </a:moveTo>
                <a:cubicBezTo>
                  <a:pt x="2883171" y="3440018"/>
                  <a:pt x="2855398" y="3440459"/>
                  <a:pt x="2828048" y="3443932"/>
                </a:cubicBezTo>
                <a:cubicBezTo>
                  <a:pt x="2721421" y="3457758"/>
                  <a:pt x="2616099" y="3484600"/>
                  <a:pt x="2509409" y="3495655"/>
                </a:cubicBezTo>
                <a:cubicBezTo>
                  <a:pt x="2389696" y="3508042"/>
                  <a:pt x="2268567" y="3508631"/>
                  <a:pt x="2147895" y="3514483"/>
                </a:cubicBezTo>
                <a:cubicBezTo>
                  <a:pt x="2100059" y="3516800"/>
                  <a:pt x="2051667" y="3518454"/>
                  <a:pt x="2003552" y="3520439"/>
                </a:cubicBezTo>
                <a:cubicBezTo>
                  <a:pt x="2024103" y="3583357"/>
                  <a:pt x="2159850" y="3622437"/>
                  <a:pt x="2246830" y="3622276"/>
                </a:cubicBezTo>
                <a:cubicBezTo>
                  <a:pt x="2445349" y="3622231"/>
                  <a:pt x="2646030" y="3622068"/>
                  <a:pt x="2835671" y="3548747"/>
                </a:cubicBezTo>
                <a:cubicBezTo>
                  <a:pt x="2892607" y="3526938"/>
                  <a:pt x="2944804" y="3492738"/>
                  <a:pt x="2998953" y="3464237"/>
                </a:cubicBezTo>
                <a:cubicBezTo>
                  <a:pt x="2997770" y="3456761"/>
                  <a:pt x="2996257" y="3449563"/>
                  <a:pt x="2995075" y="3442088"/>
                </a:cubicBezTo>
                <a:cubicBezTo>
                  <a:pt x="2967107" y="3442128"/>
                  <a:pt x="2939025" y="3440852"/>
                  <a:pt x="2911098" y="3440435"/>
                </a:cubicBezTo>
                <a:close/>
                <a:moveTo>
                  <a:pt x="2690666" y="3299672"/>
                </a:moveTo>
                <a:cubicBezTo>
                  <a:pt x="2619313" y="3297305"/>
                  <a:pt x="2547952" y="3303272"/>
                  <a:pt x="2476905" y="3324782"/>
                </a:cubicBezTo>
                <a:cubicBezTo>
                  <a:pt x="2348716" y="3363474"/>
                  <a:pt x="2192655" y="3383779"/>
                  <a:pt x="2094849" y="3447220"/>
                </a:cubicBezTo>
                <a:cubicBezTo>
                  <a:pt x="2096255" y="3455637"/>
                  <a:pt x="2357319" y="3460692"/>
                  <a:pt x="2483888" y="3440295"/>
                </a:cubicBezTo>
                <a:cubicBezTo>
                  <a:pt x="2657838" y="3412319"/>
                  <a:pt x="2830319" y="3373155"/>
                  <a:pt x="3014076" y="3366305"/>
                </a:cubicBezTo>
                <a:cubicBezTo>
                  <a:pt x="2977564" y="3351780"/>
                  <a:pt x="2942256" y="3330600"/>
                  <a:pt x="2904378" y="3324561"/>
                </a:cubicBezTo>
                <a:cubicBezTo>
                  <a:pt x="2833363" y="3312737"/>
                  <a:pt x="2762018" y="3302038"/>
                  <a:pt x="2690666" y="3299672"/>
                </a:cubicBezTo>
                <a:close/>
                <a:moveTo>
                  <a:pt x="2600173" y="3247414"/>
                </a:moveTo>
                <a:cubicBezTo>
                  <a:pt x="2739107" y="3233347"/>
                  <a:pt x="2875094" y="3248675"/>
                  <a:pt x="3008079" y="3291395"/>
                </a:cubicBezTo>
                <a:lnTo>
                  <a:pt x="3154526" y="3354047"/>
                </a:lnTo>
                <a:lnTo>
                  <a:pt x="3154526" y="3464030"/>
                </a:lnTo>
                <a:lnTo>
                  <a:pt x="3150012" y="3464430"/>
                </a:lnTo>
                <a:cubicBezTo>
                  <a:pt x="3100914" y="3475356"/>
                  <a:pt x="3052436" y="3493594"/>
                  <a:pt x="3006185" y="3521395"/>
                </a:cubicBezTo>
                <a:cubicBezTo>
                  <a:pt x="2926027" y="3569462"/>
                  <a:pt x="2836047" y="3613915"/>
                  <a:pt x="2745224" y="3629721"/>
                </a:cubicBezTo>
                <a:cubicBezTo>
                  <a:pt x="2587573" y="3657570"/>
                  <a:pt x="2426338" y="3670362"/>
                  <a:pt x="2266244" y="3673727"/>
                </a:cubicBezTo>
                <a:cubicBezTo>
                  <a:pt x="2161862" y="3676071"/>
                  <a:pt x="2057516" y="3646772"/>
                  <a:pt x="1968615" y="3585320"/>
                </a:cubicBezTo>
                <a:cubicBezTo>
                  <a:pt x="1938796" y="3564615"/>
                  <a:pt x="1901796" y="3531306"/>
                  <a:pt x="1898396" y="3500287"/>
                </a:cubicBezTo>
                <a:cubicBezTo>
                  <a:pt x="1892616" y="3447557"/>
                  <a:pt x="1951307" y="3440648"/>
                  <a:pt x="1989083" y="3427016"/>
                </a:cubicBezTo>
                <a:cubicBezTo>
                  <a:pt x="2121741" y="3379493"/>
                  <a:pt x="2254677" y="3332301"/>
                  <a:pt x="2389567" y="3290809"/>
                </a:cubicBezTo>
                <a:cubicBezTo>
                  <a:pt x="2460502" y="3268829"/>
                  <a:pt x="2530706" y="3254447"/>
                  <a:pt x="2600173" y="3247414"/>
                </a:cubicBezTo>
                <a:close/>
                <a:moveTo>
                  <a:pt x="2319352" y="2601737"/>
                </a:moveTo>
                <a:cubicBezTo>
                  <a:pt x="2479864" y="2611004"/>
                  <a:pt x="2629308" y="2651575"/>
                  <a:pt x="2766163" y="2737145"/>
                </a:cubicBezTo>
                <a:cubicBezTo>
                  <a:pt x="2835451" y="2780619"/>
                  <a:pt x="2910653" y="2816308"/>
                  <a:pt x="2974746" y="2866399"/>
                </a:cubicBezTo>
                <a:cubicBezTo>
                  <a:pt x="3023787" y="2904282"/>
                  <a:pt x="3073991" y="2942035"/>
                  <a:pt x="3121568" y="2982134"/>
                </a:cubicBezTo>
                <a:lnTo>
                  <a:pt x="3154526" y="3011886"/>
                </a:lnTo>
                <a:lnTo>
                  <a:pt x="3154526" y="3160319"/>
                </a:lnTo>
                <a:lnTo>
                  <a:pt x="3067546" y="3110720"/>
                </a:lnTo>
                <a:cubicBezTo>
                  <a:pt x="2761030" y="2947917"/>
                  <a:pt x="2322476" y="2787314"/>
                  <a:pt x="2232937" y="2769088"/>
                </a:cubicBezTo>
                <a:cubicBezTo>
                  <a:pt x="2271002" y="2714002"/>
                  <a:pt x="2316500" y="2731147"/>
                  <a:pt x="2352619" y="2743180"/>
                </a:cubicBezTo>
                <a:cubicBezTo>
                  <a:pt x="2476839" y="2784028"/>
                  <a:pt x="2600565" y="2826985"/>
                  <a:pt x="2721589" y="2876160"/>
                </a:cubicBezTo>
                <a:cubicBezTo>
                  <a:pt x="2833126" y="2921442"/>
                  <a:pt x="2940747" y="2976218"/>
                  <a:pt x="3060914" y="3014259"/>
                </a:cubicBezTo>
                <a:cubicBezTo>
                  <a:pt x="3029142" y="2987854"/>
                  <a:pt x="2999137" y="2958837"/>
                  <a:pt x="2965264" y="2935323"/>
                </a:cubicBezTo>
                <a:cubicBezTo>
                  <a:pt x="2782298" y="2808284"/>
                  <a:pt x="2601431" y="2678353"/>
                  <a:pt x="2367226" y="2661486"/>
                </a:cubicBezTo>
                <a:cubicBezTo>
                  <a:pt x="2309507" y="2657418"/>
                  <a:pt x="2257578" y="2664297"/>
                  <a:pt x="2207259" y="2694665"/>
                </a:cubicBezTo>
                <a:cubicBezTo>
                  <a:pt x="2140333" y="2735581"/>
                  <a:pt x="2134004" y="2755005"/>
                  <a:pt x="2179723" y="2818255"/>
                </a:cubicBezTo>
                <a:cubicBezTo>
                  <a:pt x="2263765" y="2934592"/>
                  <a:pt x="2387980" y="2996333"/>
                  <a:pt x="2514888" y="3048475"/>
                </a:cubicBezTo>
                <a:cubicBezTo>
                  <a:pt x="2675451" y="3114433"/>
                  <a:pt x="2844900" y="3140546"/>
                  <a:pt x="3016861" y="3160740"/>
                </a:cubicBezTo>
                <a:lnTo>
                  <a:pt x="3154526" y="3176279"/>
                </a:lnTo>
                <a:lnTo>
                  <a:pt x="3154526" y="3250361"/>
                </a:lnTo>
                <a:lnTo>
                  <a:pt x="3091307" y="3229805"/>
                </a:lnTo>
                <a:cubicBezTo>
                  <a:pt x="2970331" y="3200913"/>
                  <a:pt x="2845789" y="3187995"/>
                  <a:pt x="2723879" y="3162709"/>
                </a:cubicBezTo>
                <a:cubicBezTo>
                  <a:pt x="2531918" y="3123378"/>
                  <a:pt x="2352246" y="3052849"/>
                  <a:pt x="2203034" y="2922890"/>
                </a:cubicBezTo>
                <a:cubicBezTo>
                  <a:pt x="2162204" y="2887714"/>
                  <a:pt x="2133093" y="2838189"/>
                  <a:pt x="2101110" y="2793332"/>
                </a:cubicBezTo>
                <a:cubicBezTo>
                  <a:pt x="2073799" y="2754715"/>
                  <a:pt x="2082736" y="2712782"/>
                  <a:pt x="2116325" y="2687419"/>
                </a:cubicBezTo>
                <a:cubicBezTo>
                  <a:pt x="2175646" y="2642160"/>
                  <a:pt x="2236186" y="2597005"/>
                  <a:pt x="2319352" y="2601737"/>
                </a:cubicBezTo>
                <a:close/>
                <a:moveTo>
                  <a:pt x="1350946" y="1631006"/>
                </a:moveTo>
                <a:cubicBezTo>
                  <a:pt x="1231934" y="1635465"/>
                  <a:pt x="1116058" y="1653099"/>
                  <a:pt x="1004901" y="1697258"/>
                </a:cubicBezTo>
                <a:cubicBezTo>
                  <a:pt x="987400" y="1704041"/>
                  <a:pt x="971905" y="1715913"/>
                  <a:pt x="955407" y="1725240"/>
                </a:cubicBezTo>
                <a:cubicBezTo>
                  <a:pt x="966639" y="1785816"/>
                  <a:pt x="1017519" y="1804655"/>
                  <a:pt x="1056827" y="1829253"/>
                </a:cubicBezTo>
                <a:cubicBezTo>
                  <a:pt x="1231268" y="1938043"/>
                  <a:pt x="1422837" y="1999155"/>
                  <a:pt x="1626585" y="2030287"/>
                </a:cubicBezTo>
                <a:cubicBezTo>
                  <a:pt x="1823957" y="2060561"/>
                  <a:pt x="2019631" y="2099599"/>
                  <a:pt x="2214811" y="2140743"/>
                </a:cubicBezTo>
                <a:cubicBezTo>
                  <a:pt x="2303499" y="2159472"/>
                  <a:pt x="2388397" y="2193234"/>
                  <a:pt x="2475442" y="2220115"/>
                </a:cubicBezTo>
                <a:cubicBezTo>
                  <a:pt x="2104592" y="1972985"/>
                  <a:pt x="1687908" y="1847862"/>
                  <a:pt x="1255641" y="1766864"/>
                </a:cubicBezTo>
                <a:cubicBezTo>
                  <a:pt x="1255251" y="1719208"/>
                  <a:pt x="1277138" y="1714955"/>
                  <a:pt x="1305929" y="1722974"/>
                </a:cubicBezTo>
                <a:cubicBezTo>
                  <a:pt x="1538973" y="1787671"/>
                  <a:pt x="1780869" y="1821795"/>
                  <a:pt x="2002915" y="1923946"/>
                </a:cubicBezTo>
                <a:cubicBezTo>
                  <a:pt x="2151427" y="1992395"/>
                  <a:pt x="2300710" y="2059069"/>
                  <a:pt x="2449662" y="2126020"/>
                </a:cubicBezTo>
                <a:cubicBezTo>
                  <a:pt x="2460594" y="2130960"/>
                  <a:pt x="2472685" y="2133234"/>
                  <a:pt x="2505028" y="2142789"/>
                </a:cubicBezTo>
                <a:cubicBezTo>
                  <a:pt x="2475571" y="2111055"/>
                  <a:pt x="2460365" y="2081474"/>
                  <a:pt x="2446175" y="2082091"/>
                </a:cubicBezTo>
                <a:cubicBezTo>
                  <a:pt x="2379269" y="2084602"/>
                  <a:pt x="2355631" y="2028791"/>
                  <a:pt x="2312648" y="1997116"/>
                </a:cubicBezTo>
                <a:cubicBezTo>
                  <a:pt x="2026480" y="1786187"/>
                  <a:pt x="1723671" y="1617449"/>
                  <a:pt x="1350946" y="1631006"/>
                </a:cubicBezTo>
                <a:close/>
                <a:moveTo>
                  <a:pt x="2656659" y="1238775"/>
                </a:moveTo>
                <a:cubicBezTo>
                  <a:pt x="2644606" y="1298568"/>
                  <a:pt x="2626428" y="1347692"/>
                  <a:pt x="2625436" y="1397072"/>
                </a:cubicBezTo>
                <a:cubicBezTo>
                  <a:pt x="2619407" y="1728988"/>
                  <a:pt x="2721248" y="2033054"/>
                  <a:pt x="2875161" y="2321650"/>
                </a:cubicBezTo>
                <a:cubicBezTo>
                  <a:pt x="2888582" y="2347082"/>
                  <a:pt x="2908758" y="2369104"/>
                  <a:pt x="2925722" y="2392692"/>
                </a:cubicBezTo>
                <a:cubicBezTo>
                  <a:pt x="2886672" y="2243683"/>
                  <a:pt x="2841864" y="2097249"/>
                  <a:pt x="2811462" y="1947758"/>
                </a:cubicBezTo>
                <a:cubicBezTo>
                  <a:pt x="2781284" y="1799209"/>
                  <a:pt x="2712820" y="1659639"/>
                  <a:pt x="2718919" y="1497019"/>
                </a:cubicBezTo>
                <a:cubicBezTo>
                  <a:pt x="2730586" y="1507553"/>
                  <a:pt x="2749788" y="1516279"/>
                  <a:pt x="2753255" y="1529176"/>
                </a:cubicBezTo>
                <a:cubicBezTo>
                  <a:pt x="2797108" y="1693348"/>
                  <a:pt x="2835310" y="1858876"/>
                  <a:pt x="2881379" y="2022317"/>
                </a:cubicBezTo>
                <a:cubicBezTo>
                  <a:pt x="2914140" y="2138215"/>
                  <a:pt x="2951889" y="2253316"/>
                  <a:pt x="2996393" y="2365005"/>
                </a:cubicBezTo>
                <a:cubicBezTo>
                  <a:pt x="3016804" y="2415622"/>
                  <a:pt x="3059865" y="2456828"/>
                  <a:pt x="3100133" y="2512233"/>
                </a:cubicBezTo>
                <a:cubicBezTo>
                  <a:pt x="3125902" y="2321819"/>
                  <a:pt x="3114999" y="2142982"/>
                  <a:pt x="3079545" y="1967247"/>
                </a:cubicBezTo>
                <a:cubicBezTo>
                  <a:pt x="3043195" y="1787746"/>
                  <a:pt x="2984240" y="1613666"/>
                  <a:pt x="2899475" y="1449951"/>
                </a:cubicBezTo>
                <a:cubicBezTo>
                  <a:pt x="2849352" y="1353137"/>
                  <a:pt x="2770149" y="1289757"/>
                  <a:pt x="2656659" y="1238775"/>
                </a:cubicBezTo>
                <a:close/>
                <a:moveTo>
                  <a:pt x="1367798" y="807514"/>
                </a:moveTo>
                <a:cubicBezTo>
                  <a:pt x="1352912" y="807830"/>
                  <a:pt x="1337552" y="809508"/>
                  <a:pt x="1321670" y="812743"/>
                </a:cubicBezTo>
                <a:cubicBezTo>
                  <a:pt x="1275978" y="877616"/>
                  <a:pt x="1280886" y="936724"/>
                  <a:pt x="1326427" y="995044"/>
                </a:cubicBezTo>
                <a:cubicBezTo>
                  <a:pt x="1433301" y="1131174"/>
                  <a:pt x="1539511" y="1267862"/>
                  <a:pt x="1646715" y="1403714"/>
                </a:cubicBezTo>
                <a:cubicBezTo>
                  <a:pt x="1662730" y="1424147"/>
                  <a:pt x="1685275" y="1440230"/>
                  <a:pt x="1699020" y="1462003"/>
                </a:cubicBezTo>
                <a:cubicBezTo>
                  <a:pt x="1800908" y="1623204"/>
                  <a:pt x="1970651" y="1691339"/>
                  <a:pt x="2128129" y="1776540"/>
                </a:cubicBezTo>
                <a:cubicBezTo>
                  <a:pt x="2132515" y="1779070"/>
                  <a:pt x="2139771" y="1776932"/>
                  <a:pt x="2153908" y="1776925"/>
                </a:cubicBezTo>
                <a:cubicBezTo>
                  <a:pt x="1913308" y="1495583"/>
                  <a:pt x="1480360" y="988380"/>
                  <a:pt x="1447891" y="949010"/>
                </a:cubicBezTo>
                <a:cubicBezTo>
                  <a:pt x="1438440" y="937747"/>
                  <a:pt x="1451500" y="904772"/>
                  <a:pt x="1451500" y="904772"/>
                </a:cubicBezTo>
                <a:cubicBezTo>
                  <a:pt x="1583380" y="1043065"/>
                  <a:pt x="1709693" y="1171351"/>
                  <a:pt x="1824226" y="1311217"/>
                </a:cubicBezTo>
                <a:cubicBezTo>
                  <a:pt x="1939592" y="1452076"/>
                  <a:pt x="2051809" y="1597271"/>
                  <a:pt x="2204689" y="1730927"/>
                </a:cubicBezTo>
                <a:cubicBezTo>
                  <a:pt x="2130020" y="1522613"/>
                  <a:pt x="2018534" y="1358739"/>
                  <a:pt x="1890667" y="1206353"/>
                </a:cubicBezTo>
                <a:cubicBezTo>
                  <a:pt x="1809499" y="1109621"/>
                  <a:pt x="1722572" y="1015464"/>
                  <a:pt x="1627192" y="933479"/>
                </a:cubicBezTo>
                <a:cubicBezTo>
                  <a:pt x="1552970" y="869801"/>
                  <a:pt x="1471998" y="805303"/>
                  <a:pt x="1367798" y="807514"/>
                </a:cubicBezTo>
                <a:close/>
                <a:moveTo>
                  <a:pt x="283580" y="681216"/>
                </a:moveTo>
                <a:cubicBezTo>
                  <a:pt x="225321" y="683247"/>
                  <a:pt x="165634" y="690991"/>
                  <a:pt x="110348" y="708025"/>
                </a:cubicBezTo>
                <a:cubicBezTo>
                  <a:pt x="47806" y="727198"/>
                  <a:pt x="38159" y="773680"/>
                  <a:pt x="85723" y="819576"/>
                </a:cubicBezTo>
                <a:cubicBezTo>
                  <a:pt x="117727" y="850303"/>
                  <a:pt x="158972" y="873839"/>
                  <a:pt x="199932" y="893664"/>
                </a:cubicBezTo>
                <a:cubicBezTo>
                  <a:pt x="371707" y="977029"/>
                  <a:pt x="555037" y="1023602"/>
                  <a:pt x="740736" y="1064235"/>
                </a:cubicBezTo>
                <a:cubicBezTo>
                  <a:pt x="864036" y="1091178"/>
                  <a:pt x="987282" y="1118732"/>
                  <a:pt x="1110528" y="1146285"/>
                </a:cubicBezTo>
                <a:cubicBezTo>
                  <a:pt x="928947" y="972356"/>
                  <a:pt x="701131" y="914563"/>
                  <a:pt x="459412" y="885372"/>
                </a:cubicBezTo>
                <a:cubicBezTo>
                  <a:pt x="478175" y="826159"/>
                  <a:pt x="516123" y="838350"/>
                  <a:pt x="543138" y="845601"/>
                </a:cubicBezTo>
                <a:cubicBezTo>
                  <a:pt x="666284" y="877754"/>
                  <a:pt x="787832" y="914071"/>
                  <a:pt x="910153" y="948610"/>
                </a:cubicBezTo>
                <a:cubicBezTo>
                  <a:pt x="924243" y="952594"/>
                  <a:pt x="938442" y="955357"/>
                  <a:pt x="966399" y="962382"/>
                </a:cubicBezTo>
                <a:cubicBezTo>
                  <a:pt x="763292" y="781678"/>
                  <a:pt x="547213" y="671132"/>
                  <a:pt x="283580" y="681216"/>
                </a:cubicBezTo>
                <a:close/>
                <a:moveTo>
                  <a:pt x="1590373" y="207352"/>
                </a:moveTo>
                <a:cubicBezTo>
                  <a:pt x="1587096" y="251312"/>
                  <a:pt x="1763468" y="775662"/>
                  <a:pt x="1849000" y="1052202"/>
                </a:cubicBezTo>
                <a:cubicBezTo>
                  <a:pt x="1854082" y="1067696"/>
                  <a:pt x="1873068" y="1078862"/>
                  <a:pt x="1897521" y="1104633"/>
                </a:cubicBezTo>
                <a:cubicBezTo>
                  <a:pt x="1921800" y="754017"/>
                  <a:pt x="1649474" y="209696"/>
                  <a:pt x="1590373" y="207352"/>
                </a:cubicBezTo>
                <a:close/>
                <a:moveTo>
                  <a:pt x="1477590" y="196987"/>
                </a:moveTo>
                <a:cubicBezTo>
                  <a:pt x="1437812" y="254076"/>
                  <a:pt x="1537127" y="801874"/>
                  <a:pt x="1734197" y="915385"/>
                </a:cubicBezTo>
                <a:cubicBezTo>
                  <a:pt x="1703208" y="682273"/>
                  <a:pt x="1525823" y="221435"/>
                  <a:pt x="1477590" y="196987"/>
                </a:cubicBezTo>
                <a:close/>
                <a:moveTo>
                  <a:pt x="1520807" y="401"/>
                </a:moveTo>
                <a:cubicBezTo>
                  <a:pt x="1579358" y="-18810"/>
                  <a:pt x="1968747" y="657606"/>
                  <a:pt x="1959261" y="1004279"/>
                </a:cubicBezTo>
                <a:cubicBezTo>
                  <a:pt x="1957114" y="1080597"/>
                  <a:pt x="1972663" y="1161825"/>
                  <a:pt x="1999831" y="1233302"/>
                </a:cubicBezTo>
                <a:cubicBezTo>
                  <a:pt x="2026326" y="1301958"/>
                  <a:pt x="2079241" y="1360300"/>
                  <a:pt x="2119085" y="1423964"/>
                </a:cubicBezTo>
                <a:cubicBezTo>
                  <a:pt x="2203893" y="1559417"/>
                  <a:pt x="2292245" y="1693025"/>
                  <a:pt x="2335471" y="1850384"/>
                </a:cubicBezTo>
                <a:cubicBezTo>
                  <a:pt x="2345481" y="1886581"/>
                  <a:pt x="2366083" y="1924618"/>
                  <a:pt x="2392591" y="1951489"/>
                </a:cubicBezTo>
                <a:cubicBezTo>
                  <a:pt x="2509236" y="2070951"/>
                  <a:pt x="2629256" y="2187019"/>
                  <a:pt x="2748943" y="2303364"/>
                </a:cubicBezTo>
                <a:cubicBezTo>
                  <a:pt x="2764224" y="2318204"/>
                  <a:pt x="2785533" y="2327420"/>
                  <a:pt x="2806241" y="2339964"/>
                </a:cubicBezTo>
                <a:cubicBezTo>
                  <a:pt x="2762509" y="2226497"/>
                  <a:pt x="2718237" y="2119129"/>
                  <a:pt x="2679338" y="2010074"/>
                </a:cubicBezTo>
                <a:cubicBezTo>
                  <a:pt x="2652046" y="1933055"/>
                  <a:pt x="2633007" y="1853061"/>
                  <a:pt x="2606989" y="1775538"/>
                </a:cubicBezTo>
                <a:cubicBezTo>
                  <a:pt x="2555401" y="1622372"/>
                  <a:pt x="2567060" y="1466379"/>
                  <a:pt x="2582155" y="1309760"/>
                </a:cubicBezTo>
                <a:cubicBezTo>
                  <a:pt x="2583890" y="1293627"/>
                  <a:pt x="2587787" y="1277372"/>
                  <a:pt x="2592851" y="1261833"/>
                </a:cubicBezTo>
                <a:cubicBezTo>
                  <a:pt x="2617403" y="1189295"/>
                  <a:pt x="2652398" y="1172350"/>
                  <a:pt x="2718128" y="1210907"/>
                </a:cubicBezTo>
                <a:cubicBezTo>
                  <a:pt x="2814833" y="1267504"/>
                  <a:pt x="2902198" y="1335891"/>
                  <a:pt x="2951511" y="1441852"/>
                </a:cubicBezTo>
                <a:cubicBezTo>
                  <a:pt x="3038773" y="1630286"/>
                  <a:pt x="3113633" y="1822140"/>
                  <a:pt x="3144770" y="2025597"/>
                </a:cubicBezTo>
                <a:lnTo>
                  <a:pt x="3154526" y="2110676"/>
                </a:lnTo>
                <a:lnTo>
                  <a:pt x="3154526" y="2821253"/>
                </a:lnTo>
                <a:lnTo>
                  <a:pt x="2760231" y="2387604"/>
                </a:lnTo>
                <a:cubicBezTo>
                  <a:pt x="2741167" y="2366906"/>
                  <a:pt x="2700516" y="2336662"/>
                  <a:pt x="2690109" y="2343136"/>
                </a:cubicBezTo>
                <a:cubicBezTo>
                  <a:pt x="2642229" y="2373715"/>
                  <a:pt x="2618013" y="2331373"/>
                  <a:pt x="2584945" y="2319604"/>
                </a:cubicBezTo>
                <a:cubicBezTo>
                  <a:pt x="2547993" y="2306578"/>
                  <a:pt x="2513851" y="2286113"/>
                  <a:pt x="2476459" y="2274585"/>
                </a:cubicBezTo>
                <a:cubicBezTo>
                  <a:pt x="2201011" y="2189017"/>
                  <a:pt x="1923696" y="2110661"/>
                  <a:pt x="1635021" y="2080790"/>
                </a:cubicBezTo>
                <a:cubicBezTo>
                  <a:pt x="1402684" y="2056710"/>
                  <a:pt x="1188399" y="1977966"/>
                  <a:pt x="994284" y="1848426"/>
                </a:cubicBezTo>
                <a:cubicBezTo>
                  <a:pt x="950197" y="1818806"/>
                  <a:pt x="889766" y="1793304"/>
                  <a:pt x="900907" y="1722986"/>
                </a:cubicBezTo>
                <a:cubicBezTo>
                  <a:pt x="911231" y="1658436"/>
                  <a:pt x="971752" y="1651685"/>
                  <a:pt x="1019942" y="1634959"/>
                </a:cubicBezTo>
                <a:cubicBezTo>
                  <a:pt x="1154986" y="1588257"/>
                  <a:pt x="1294758" y="1571459"/>
                  <a:pt x="1436756" y="1581585"/>
                </a:cubicBezTo>
                <a:cubicBezTo>
                  <a:pt x="1536337" y="1588349"/>
                  <a:pt x="1635547" y="1602764"/>
                  <a:pt x="1745065" y="1615304"/>
                </a:cubicBezTo>
                <a:cubicBezTo>
                  <a:pt x="1693416" y="1553077"/>
                  <a:pt x="1654406" y="1490407"/>
                  <a:pt x="1601192" y="1445865"/>
                </a:cubicBezTo>
                <a:cubicBezTo>
                  <a:pt x="1541977" y="1396196"/>
                  <a:pt x="1469385" y="1362268"/>
                  <a:pt x="1401935" y="1322332"/>
                </a:cubicBezTo>
                <a:cubicBezTo>
                  <a:pt x="1386168" y="1312982"/>
                  <a:pt x="1361963" y="1298292"/>
                  <a:pt x="1350058" y="1304329"/>
                </a:cubicBezTo>
                <a:cubicBezTo>
                  <a:pt x="1286876" y="1334200"/>
                  <a:pt x="1244919" y="1290939"/>
                  <a:pt x="1196299" y="1267380"/>
                </a:cubicBezTo>
                <a:cubicBezTo>
                  <a:pt x="1135027" y="1237503"/>
                  <a:pt x="1075019" y="1203742"/>
                  <a:pt x="1010774" y="1183133"/>
                </a:cubicBezTo>
                <a:cubicBezTo>
                  <a:pt x="929829" y="1156779"/>
                  <a:pt x="845805" y="1140912"/>
                  <a:pt x="762606" y="1122658"/>
                </a:cubicBezTo>
                <a:cubicBezTo>
                  <a:pt x="554386" y="1076085"/>
                  <a:pt x="347431" y="1025625"/>
                  <a:pt x="154893" y="930327"/>
                </a:cubicBezTo>
                <a:cubicBezTo>
                  <a:pt x="114267" y="910224"/>
                  <a:pt x="72689" y="886965"/>
                  <a:pt x="41348" y="855682"/>
                </a:cubicBezTo>
                <a:cubicBezTo>
                  <a:pt x="-23890" y="790745"/>
                  <a:pt x="-10548" y="712936"/>
                  <a:pt x="71618" y="669959"/>
                </a:cubicBezTo>
                <a:cubicBezTo>
                  <a:pt x="108660" y="650732"/>
                  <a:pt x="151808" y="635413"/>
                  <a:pt x="192882" y="633126"/>
                </a:cubicBezTo>
                <a:cubicBezTo>
                  <a:pt x="388435" y="621458"/>
                  <a:pt x="577746" y="642126"/>
                  <a:pt x="753661" y="741211"/>
                </a:cubicBezTo>
                <a:cubicBezTo>
                  <a:pt x="944176" y="848932"/>
                  <a:pt x="1100640" y="997646"/>
                  <a:pt x="1255776" y="1147472"/>
                </a:cubicBezTo>
                <a:cubicBezTo>
                  <a:pt x="1315230" y="1204844"/>
                  <a:pt x="1380518" y="1244899"/>
                  <a:pt x="1455766" y="1276598"/>
                </a:cubicBezTo>
                <a:cubicBezTo>
                  <a:pt x="1402679" y="1192433"/>
                  <a:pt x="1340907" y="1116120"/>
                  <a:pt x="1288932" y="1033280"/>
                </a:cubicBezTo>
                <a:cubicBezTo>
                  <a:pt x="1260385" y="987797"/>
                  <a:pt x="1238801" y="933085"/>
                  <a:pt x="1232411" y="880301"/>
                </a:cubicBezTo>
                <a:cubicBezTo>
                  <a:pt x="1221385" y="789633"/>
                  <a:pt x="1293466" y="725198"/>
                  <a:pt x="1384570" y="733996"/>
                </a:cubicBezTo>
                <a:cubicBezTo>
                  <a:pt x="1422941" y="737928"/>
                  <a:pt x="1460549" y="747017"/>
                  <a:pt x="1507746" y="755398"/>
                </a:cubicBezTo>
                <a:cubicBezTo>
                  <a:pt x="1495976" y="725193"/>
                  <a:pt x="1487937" y="701455"/>
                  <a:pt x="1477350" y="678725"/>
                </a:cubicBezTo>
                <a:cubicBezTo>
                  <a:pt x="1402121" y="514913"/>
                  <a:pt x="1405757" y="341942"/>
                  <a:pt x="1417151" y="168105"/>
                </a:cubicBezTo>
                <a:cubicBezTo>
                  <a:pt x="1422285" y="89280"/>
                  <a:pt x="1443928" y="28781"/>
                  <a:pt x="1520807" y="401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3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pic>
        <p:nvPicPr>
          <p:cNvPr id="6" name="Grafik 5">
            <a:extLst>
              <a:ext uri="{FF2B5EF4-FFF2-40B4-BE49-F238E27FC236}">
                <a16:creationId xmlns:a16="http://schemas.microsoft.com/office/drawing/2014/main" id="{7CB19B63-2AAF-E86D-D7F1-B659DB36B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188"/>
          <a:stretch>
            <a:fillRect/>
          </a:stretch>
        </p:blipFill>
        <p:spPr>
          <a:xfrm>
            <a:off x="-1" y="2673019"/>
            <a:ext cx="1697023" cy="1898712"/>
          </a:xfrm>
          <a:custGeom>
            <a:avLst/>
            <a:gdLst>
              <a:gd name="connsiteX0" fmla="*/ 0 w 1697023"/>
              <a:gd name="connsiteY0" fmla="*/ 0 h 1898712"/>
              <a:gd name="connsiteX1" fmla="*/ 1697023 w 1697023"/>
              <a:gd name="connsiteY1" fmla="*/ 0 h 1898712"/>
              <a:gd name="connsiteX2" fmla="*/ 1697023 w 1697023"/>
              <a:gd name="connsiteY2" fmla="*/ 1898712 h 1898712"/>
              <a:gd name="connsiteX3" fmla="*/ 0 w 1697023"/>
              <a:gd name="connsiteY3" fmla="*/ 1898712 h 1898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7023" h="1898712">
                <a:moveTo>
                  <a:pt x="0" y="0"/>
                </a:moveTo>
                <a:lnTo>
                  <a:pt x="1697023" y="0"/>
                </a:lnTo>
                <a:lnTo>
                  <a:pt x="1697023" y="1898712"/>
                </a:lnTo>
                <a:lnTo>
                  <a:pt x="0" y="1898712"/>
                </a:lnTo>
                <a:close/>
              </a:path>
            </a:pathLst>
          </a:custGeom>
        </p:spPr>
      </p:pic>
      <p:sp>
        <p:nvSpPr>
          <p:cNvPr id="22" name="Freihandform: Form 21">
            <a:extLst>
              <a:ext uri="{FF2B5EF4-FFF2-40B4-BE49-F238E27FC236}">
                <a16:creationId xmlns:a16="http://schemas.microsoft.com/office/drawing/2014/main" id="{83712F38-4391-A499-56E2-8F095A50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2476443" cy="337724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2843784"/>
          </a:xfrm>
        </p:spPr>
        <p:txBody>
          <a:bodyPr rtlCol="0" anchor="b" anchorCtr="0"/>
          <a:lstStyle>
            <a:lvl1pPr algn="ctr">
              <a:defRPr lang="de-DE" sz="4800" cap="none" baseline="0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2" name="Textplatzhalter 31">
            <a:extLst>
              <a:ext uri="{FF2B5EF4-FFF2-40B4-BE49-F238E27FC236}">
                <a16:creationId xmlns:a16="http://schemas.microsoft.com/office/drawing/2014/main" id="{ACAB76B7-8AE6-9FE8-3022-219618D581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41114" y="3825875"/>
            <a:ext cx="8109772" cy="2644775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sz="2400" cap="all" baseline="0"/>
            </a:lvl1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3429611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F179F09D-FCEF-2378-FD6D-390137D19D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43E2AC72-73DB-7038-4867-55751103F51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400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C4B21F26-677B-015C-5D71-238B3798DF5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57747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Freihandform 6">
            <a:extLst>
              <a:ext uri="{FF2B5EF4-FFF2-40B4-BE49-F238E27FC236}">
                <a16:creationId xmlns:a16="http://schemas.microsoft.com/office/drawing/2014/main" id="{A3F1B258-8FBC-06A8-3A1F-466CEEDBB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79804"/>
            <a:ext cx="4707470" cy="978196"/>
          </a:xfrm>
          <a:custGeom>
            <a:avLst/>
            <a:gdLst>
              <a:gd name="connsiteX0" fmla="*/ 4059737 w 4707470"/>
              <a:gd name="connsiteY0" fmla="*/ 967990 h 978196"/>
              <a:gd name="connsiteX1" fmla="*/ 4058450 w 4707470"/>
              <a:gd name="connsiteY1" fmla="*/ 978196 h 978196"/>
              <a:gd name="connsiteX2" fmla="*/ 4010063 w 4707470"/>
              <a:gd name="connsiteY2" fmla="*/ 978196 h 978196"/>
              <a:gd name="connsiteX3" fmla="*/ 0 w 4707470"/>
              <a:gd name="connsiteY3" fmla="*/ 488477 h 978196"/>
              <a:gd name="connsiteX4" fmla="*/ 72049 w 4707470"/>
              <a:gd name="connsiteY4" fmla="*/ 656791 h 978196"/>
              <a:gd name="connsiteX5" fmla="*/ 206640 w 4707470"/>
              <a:gd name="connsiteY5" fmla="*/ 886509 h 978196"/>
              <a:gd name="connsiteX6" fmla="*/ 272042 w 4707470"/>
              <a:gd name="connsiteY6" fmla="*/ 978196 h 978196"/>
              <a:gd name="connsiteX7" fmla="*/ 184579 w 4707470"/>
              <a:gd name="connsiteY7" fmla="*/ 978196 h 978196"/>
              <a:gd name="connsiteX8" fmla="*/ 149828 w 4707470"/>
              <a:gd name="connsiteY8" fmla="*/ 932137 h 978196"/>
              <a:gd name="connsiteX9" fmla="*/ 29898 w 4707470"/>
              <a:gd name="connsiteY9" fmla="*/ 726361 h 978196"/>
              <a:gd name="connsiteX10" fmla="*/ 0 w 4707470"/>
              <a:gd name="connsiteY10" fmla="*/ 659079 h 978196"/>
              <a:gd name="connsiteX11" fmla="*/ 2427853 w 4707470"/>
              <a:gd name="connsiteY11" fmla="*/ 69987 h 978196"/>
              <a:gd name="connsiteX12" fmla="*/ 2017693 w 4707470"/>
              <a:gd name="connsiteY12" fmla="*/ 122737 h 978196"/>
              <a:gd name="connsiteX13" fmla="*/ 1217707 w 4707470"/>
              <a:gd name="connsiteY13" fmla="*/ 266029 h 978196"/>
              <a:gd name="connsiteX14" fmla="*/ 848303 w 4707470"/>
              <a:gd name="connsiteY14" fmla="*/ 292389 h 978196"/>
              <a:gd name="connsiteX15" fmla="*/ 2617347 w 4707470"/>
              <a:gd name="connsiteY15" fmla="*/ 268805 h 978196"/>
              <a:gd name="connsiteX16" fmla="*/ 2575151 w 4707470"/>
              <a:gd name="connsiteY16" fmla="*/ 346132 h 978196"/>
              <a:gd name="connsiteX17" fmla="*/ 1592825 w 4707470"/>
              <a:gd name="connsiteY17" fmla="*/ 430392 h 978196"/>
              <a:gd name="connsiteX18" fmla="*/ 927202 w 4707470"/>
              <a:gd name="connsiteY18" fmla="*/ 395014 h 978196"/>
              <a:gd name="connsiteX19" fmla="*/ 848774 w 4707470"/>
              <a:gd name="connsiteY19" fmla="*/ 400725 h 978196"/>
              <a:gd name="connsiteX20" fmla="*/ 953198 w 4707470"/>
              <a:gd name="connsiteY20" fmla="*/ 446968 h 978196"/>
              <a:gd name="connsiteX21" fmla="*/ 1164217 w 4707470"/>
              <a:gd name="connsiteY21" fmla="*/ 487531 h 978196"/>
              <a:gd name="connsiteX22" fmla="*/ 2563251 w 4707470"/>
              <a:gd name="connsiteY22" fmla="*/ 479630 h 978196"/>
              <a:gd name="connsiteX23" fmla="*/ 2969415 w 4707470"/>
              <a:gd name="connsiteY23" fmla="*/ 235206 h 978196"/>
              <a:gd name="connsiteX24" fmla="*/ 3018419 w 4707470"/>
              <a:gd name="connsiteY24" fmla="*/ 177666 h 978196"/>
              <a:gd name="connsiteX25" fmla="*/ 2838754 w 4707470"/>
              <a:gd name="connsiteY25" fmla="*/ 98695 h 978196"/>
              <a:gd name="connsiteX26" fmla="*/ 2427853 w 4707470"/>
              <a:gd name="connsiteY26" fmla="*/ 69987 h 978196"/>
              <a:gd name="connsiteX27" fmla="*/ 2444158 w 4707470"/>
              <a:gd name="connsiteY27" fmla="*/ 387 h 978196"/>
              <a:gd name="connsiteX28" fmla="*/ 2908628 w 4707470"/>
              <a:gd name="connsiteY28" fmla="*/ 45735 h 978196"/>
              <a:gd name="connsiteX29" fmla="*/ 3088619 w 4707470"/>
              <a:gd name="connsiteY29" fmla="*/ 154653 h 978196"/>
              <a:gd name="connsiteX30" fmla="*/ 2980945 w 4707470"/>
              <a:gd name="connsiteY30" fmla="*/ 318333 h 978196"/>
              <a:gd name="connsiteX31" fmla="*/ 2478738 w 4707470"/>
              <a:gd name="connsiteY31" fmla="*/ 580498 h 978196"/>
              <a:gd name="connsiteX32" fmla="*/ 2071312 w 4707470"/>
              <a:gd name="connsiteY32" fmla="*/ 685100 h 978196"/>
              <a:gd name="connsiteX33" fmla="*/ 2336932 w 4707470"/>
              <a:gd name="connsiteY33" fmla="*/ 823834 h 978196"/>
              <a:gd name="connsiteX34" fmla="*/ 2650218 w 4707470"/>
              <a:gd name="connsiteY34" fmla="*/ 880372 h 978196"/>
              <a:gd name="connsiteX35" fmla="*/ 2724828 w 4707470"/>
              <a:gd name="connsiteY35" fmla="*/ 877816 h 978196"/>
              <a:gd name="connsiteX36" fmla="*/ 2937906 w 4707470"/>
              <a:gd name="connsiteY36" fmla="*/ 850216 h 978196"/>
              <a:gd name="connsiteX37" fmla="*/ 3214489 w 4707470"/>
              <a:gd name="connsiteY37" fmla="*/ 865310 h 978196"/>
              <a:gd name="connsiteX38" fmla="*/ 3558811 w 4707470"/>
              <a:gd name="connsiteY38" fmla="*/ 821783 h 978196"/>
              <a:gd name="connsiteX39" fmla="*/ 4423716 w 4707470"/>
              <a:gd name="connsiteY39" fmla="*/ 769182 h 978196"/>
              <a:gd name="connsiteX40" fmla="*/ 4604328 w 4707470"/>
              <a:gd name="connsiteY40" fmla="*/ 806587 h 978196"/>
              <a:gd name="connsiteX41" fmla="*/ 4700071 w 4707470"/>
              <a:gd name="connsiteY41" fmla="*/ 978164 h 978196"/>
              <a:gd name="connsiteX42" fmla="*/ 4700051 w 4707470"/>
              <a:gd name="connsiteY42" fmla="*/ 978196 h 978196"/>
              <a:gd name="connsiteX43" fmla="*/ 4626911 w 4707470"/>
              <a:gd name="connsiteY43" fmla="*/ 978196 h 978196"/>
              <a:gd name="connsiteX44" fmla="*/ 4634858 w 4707470"/>
              <a:gd name="connsiteY44" fmla="*/ 938205 h 978196"/>
              <a:gd name="connsiteX45" fmla="*/ 4565805 w 4707470"/>
              <a:gd name="connsiteY45" fmla="*/ 871619 h 978196"/>
              <a:gd name="connsiteX46" fmla="*/ 4384624 w 4707470"/>
              <a:gd name="connsiteY46" fmla="*/ 835208 h 978196"/>
              <a:gd name="connsiteX47" fmla="*/ 4191174 w 4707470"/>
              <a:gd name="connsiteY47" fmla="*/ 828605 h 978196"/>
              <a:gd name="connsiteX48" fmla="*/ 3615233 w 4707470"/>
              <a:gd name="connsiteY48" fmla="*/ 882733 h 978196"/>
              <a:gd name="connsiteX49" fmla="*/ 3106122 w 4707470"/>
              <a:gd name="connsiteY49" fmla="*/ 957428 h 978196"/>
              <a:gd name="connsiteX50" fmla="*/ 3167669 w 4707470"/>
              <a:gd name="connsiteY50" fmla="*/ 978196 h 978196"/>
              <a:gd name="connsiteX51" fmla="*/ 2761995 w 4707470"/>
              <a:gd name="connsiteY51" fmla="*/ 978196 h 978196"/>
              <a:gd name="connsiteX52" fmla="*/ 2604435 w 4707470"/>
              <a:gd name="connsiteY52" fmla="*/ 961624 h 978196"/>
              <a:gd name="connsiteX53" fmla="*/ 2629619 w 4707470"/>
              <a:gd name="connsiteY53" fmla="*/ 978196 h 978196"/>
              <a:gd name="connsiteX54" fmla="*/ 2442177 w 4707470"/>
              <a:gd name="connsiteY54" fmla="*/ 978196 h 978196"/>
              <a:gd name="connsiteX55" fmla="*/ 2299922 w 4707470"/>
              <a:gd name="connsiteY55" fmla="*/ 896786 h 978196"/>
              <a:gd name="connsiteX56" fmla="*/ 2204982 w 4707470"/>
              <a:gd name="connsiteY56" fmla="*/ 850389 h 978196"/>
              <a:gd name="connsiteX57" fmla="*/ 1506483 w 4707470"/>
              <a:gd name="connsiteY57" fmla="*/ 669446 h 978196"/>
              <a:gd name="connsiteX58" fmla="*/ 1473612 w 4707470"/>
              <a:gd name="connsiteY58" fmla="*/ 681163 h 978196"/>
              <a:gd name="connsiteX59" fmla="*/ 1855475 w 4707470"/>
              <a:gd name="connsiteY59" fmla="*/ 879104 h 978196"/>
              <a:gd name="connsiteX60" fmla="*/ 2046452 w 4707470"/>
              <a:gd name="connsiteY60" fmla="*/ 978196 h 978196"/>
              <a:gd name="connsiteX61" fmla="*/ 1905580 w 4707470"/>
              <a:gd name="connsiteY61" fmla="*/ 978196 h 978196"/>
              <a:gd name="connsiteX62" fmla="*/ 1792576 w 4707470"/>
              <a:gd name="connsiteY62" fmla="*/ 917483 h 978196"/>
              <a:gd name="connsiteX63" fmla="*/ 1431825 w 4707470"/>
              <a:gd name="connsiteY63" fmla="*/ 761296 h 978196"/>
              <a:gd name="connsiteX64" fmla="*/ 1584066 w 4707470"/>
              <a:gd name="connsiteY64" fmla="*/ 912806 h 978196"/>
              <a:gd name="connsiteX65" fmla="*/ 1665294 w 4707470"/>
              <a:gd name="connsiteY65" fmla="*/ 978196 h 978196"/>
              <a:gd name="connsiteX66" fmla="*/ 1530478 w 4707470"/>
              <a:gd name="connsiteY66" fmla="*/ 978196 h 978196"/>
              <a:gd name="connsiteX67" fmla="*/ 1433502 w 4707470"/>
              <a:gd name="connsiteY67" fmla="*/ 903764 h 978196"/>
              <a:gd name="connsiteX68" fmla="*/ 1207351 w 4707470"/>
              <a:gd name="connsiteY68" fmla="*/ 677361 h 978196"/>
              <a:gd name="connsiteX69" fmla="*/ 1085279 w 4707470"/>
              <a:gd name="connsiteY69" fmla="*/ 580996 h 978196"/>
              <a:gd name="connsiteX70" fmla="*/ 460678 w 4707470"/>
              <a:gd name="connsiteY70" fmla="*/ 320100 h 978196"/>
              <a:gd name="connsiteX71" fmla="*/ 370062 w 4707470"/>
              <a:gd name="connsiteY71" fmla="*/ 302529 h 978196"/>
              <a:gd name="connsiteX72" fmla="*/ 692974 w 4707470"/>
              <a:gd name="connsiteY72" fmla="*/ 645063 h 978196"/>
              <a:gd name="connsiteX73" fmla="*/ 899891 w 4707470"/>
              <a:gd name="connsiteY73" fmla="*/ 897040 h 978196"/>
              <a:gd name="connsiteX74" fmla="*/ 958299 w 4707470"/>
              <a:gd name="connsiteY74" fmla="*/ 978196 h 978196"/>
              <a:gd name="connsiteX75" fmla="*/ 856593 w 4707470"/>
              <a:gd name="connsiteY75" fmla="*/ 978196 h 978196"/>
              <a:gd name="connsiteX76" fmla="*/ 745097 w 4707470"/>
              <a:gd name="connsiteY76" fmla="*/ 814331 h 978196"/>
              <a:gd name="connsiteX77" fmla="*/ 291682 w 4707470"/>
              <a:gd name="connsiteY77" fmla="*/ 357455 h 978196"/>
              <a:gd name="connsiteX78" fmla="*/ 192689 w 4707470"/>
              <a:gd name="connsiteY78" fmla="*/ 294672 h 978196"/>
              <a:gd name="connsiteX79" fmla="*/ 556080 w 4707470"/>
              <a:gd name="connsiteY79" fmla="*/ 783560 h 978196"/>
              <a:gd name="connsiteX80" fmla="*/ 645779 w 4707470"/>
              <a:gd name="connsiteY80" fmla="*/ 904799 h 978196"/>
              <a:gd name="connsiteX81" fmla="*/ 703943 w 4707470"/>
              <a:gd name="connsiteY81" fmla="*/ 978196 h 978196"/>
              <a:gd name="connsiteX82" fmla="*/ 621039 w 4707470"/>
              <a:gd name="connsiteY82" fmla="*/ 978196 h 978196"/>
              <a:gd name="connsiteX83" fmla="*/ 430820 w 4707470"/>
              <a:gd name="connsiteY83" fmla="*/ 725635 h 978196"/>
              <a:gd name="connsiteX84" fmla="*/ 116693 w 4707470"/>
              <a:gd name="connsiteY84" fmla="*/ 361863 h 978196"/>
              <a:gd name="connsiteX85" fmla="*/ 50540 w 4707470"/>
              <a:gd name="connsiteY85" fmla="*/ 310444 h 978196"/>
              <a:gd name="connsiteX86" fmla="*/ 0 w 4707470"/>
              <a:gd name="connsiteY86" fmla="*/ 281606 h 978196"/>
              <a:gd name="connsiteX87" fmla="*/ 0 w 4707470"/>
              <a:gd name="connsiteY87" fmla="*/ 27934 h 978196"/>
              <a:gd name="connsiteX88" fmla="*/ 404992 w 4707470"/>
              <a:gd name="connsiteY88" fmla="*/ 222649 h 978196"/>
              <a:gd name="connsiteX89" fmla="*/ 515732 w 4707470"/>
              <a:gd name="connsiteY89" fmla="*/ 243759 h 978196"/>
              <a:gd name="connsiteX90" fmla="*/ 660613 w 4707470"/>
              <a:gd name="connsiteY90" fmla="*/ 222758 h 978196"/>
              <a:gd name="connsiteX91" fmla="*/ 820261 w 4707470"/>
              <a:gd name="connsiteY91" fmla="*/ 226406 h 978196"/>
              <a:gd name="connsiteX92" fmla="*/ 1982193 w 4707470"/>
              <a:gd name="connsiteY92" fmla="*/ 65102 h 978196"/>
              <a:gd name="connsiteX93" fmla="*/ 2444158 w 4707470"/>
              <a:gd name="connsiteY93" fmla="*/ 387 h 978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4707470" h="978196">
                <a:moveTo>
                  <a:pt x="4059737" y="967990"/>
                </a:moveTo>
                <a:lnTo>
                  <a:pt x="4058450" y="978196"/>
                </a:lnTo>
                <a:lnTo>
                  <a:pt x="4010063" y="978196"/>
                </a:lnTo>
                <a:close/>
                <a:moveTo>
                  <a:pt x="0" y="488477"/>
                </a:moveTo>
                <a:lnTo>
                  <a:pt x="72049" y="656791"/>
                </a:lnTo>
                <a:cubicBezTo>
                  <a:pt x="112356" y="736092"/>
                  <a:pt x="157416" y="812383"/>
                  <a:pt x="206640" y="886509"/>
                </a:cubicBezTo>
                <a:lnTo>
                  <a:pt x="272042" y="978196"/>
                </a:lnTo>
                <a:lnTo>
                  <a:pt x="184579" y="978196"/>
                </a:lnTo>
                <a:lnTo>
                  <a:pt x="149828" y="932137"/>
                </a:lnTo>
                <a:cubicBezTo>
                  <a:pt x="105705" y="866449"/>
                  <a:pt x="65433" y="798062"/>
                  <a:pt x="29898" y="726361"/>
                </a:cubicBezTo>
                <a:lnTo>
                  <a:pt x="0" y="659079"/>
                </a:lnTo>
                <a:close/>
                <a:moveTo>
                  <a:pt x="2427853" y="69987"/>
                </a:moveTo>
                <a:cubicBezTo>
                  <a:pt x="2291111" y="74991"/>
                  <a:pt x="2154491" y="93572"/>
                  <a:pt x="2017693" y="122737"/>
                </a:cubicBezTo>
                <a:cubicBezTo>
                  <a:pt x="1752602" y="179100"/>
                  <a:pt x="1485359" y="223967"/>
                  <a:pt x="1217707" y="266029"/>
                </a:cubicBezTo>
                <a:cubicBezTo>
                  <a:pt x="1096073" y="285102"/>
                  <a:pt x="971859" y="284040"/>
                  <a:pt x="848303" y="292389"/>
                </a:cubicBezTo>
                <a:cubicBezTo>
                  <a:pt x="1439836" y="418622"/>
                  <a:pt x="2029550" y="374317"/>
                  <a:pt x="2617347" y="268805"/>
                </a:cubicBezTo>
                <a:cubicBezTo>
                  <a:pt x="2641249" y="326771"/>
                  <a:pt x="2615591" y="342307"/>
                  <a:pt x="2575151" y="346132"/>
                </a:cubicBezTo>
                <a:cubicBezTo>
                  <a:pt x="2247929" y="377355"/>
                  <a:pt x="1924500" y="450069"/>
                  <a:pt x="1592825" y="430392"/>
                </a:cubicBezTo>
                <a:cubicBezTo>
                  <a:pt x="1370927" y="417078"/>
                  <a:pt x="1148922" y="406294"/>
                  <a:pt x="927202" y="395014"/>
                </a:cubicBezTo>
                <a:cubicBezTo>
                  <a:pt x="910915" y="394154"/>
                  <a:pt x="894471" y="397096"/>
                  <a:pt x="848774" y="400725"/>
                </a:cubicBezTo>
                <a:cubicBezTo>
                  <a:pt x="901706" y="425523"/>
                  <a:pt x="935512" y="454429"/>
                  <a:pt x="953198" y="446968"/>
                </a:cubicBezTo>
                <a:cubicBezTo>
                  <a:pt x="1036787" y="412276"/>
                  <a:pt x="1094166" y="469201"/>
                  <a:pt x="1164217" y="487531"/>
                </a:cubicBezTo>
                <a:cubicBezTo>
                  <a:pt x="1630611" y="609624"/>
                  <a:pt x="2097381" y="672370"/>
                  <a:pt x="2563251" y="479630"/>
                </a:cubicBezTo>
                <a:cubicBezTo>
                  <a:pt x="2711940" y="417930"/>
                  <a:pt x="2850184" y="341634"/>
                  <a:pt x="2969415" y="235206"/>
                </a:cubicBezTo>
                <a:cubicBezTo>
                  <a:pt x="2988272" y="218657"/>
                  <a:pt x="3002084" y="196846"/>
                  <a:pt x="3018419" y="177666"/>
                </a:cubicBezTo>
                <a:cubicBezTo>
                  <a:pt x="2974427" y="109062"/>
                  <a:pt x="2900669" y="110127"/>
                  <a:pt x="2838754" y="98695"/>
                </a:cubicBezTo>
                <a:cubicBezTo>
                  <a:pt x="2701463" y="73555"/>
                  <a:pt x="2564596" y="64983"/>
                  <a:pt x="2427853" y="69987"/>
                </a:cubicBezTo>
                <a:close/>
                <a:moveTo>
                  <a:pt x="2444158" y="387"/>
                </a:moveTo>
                <a:cubicBezTo>
                  <a:pt x="2598755" y="-2686"/>
                  <a:pt x="2753769" y="12585"/>
                  <a:pt x="2908628" y="45735"/>
                </a:cubicBezTo>
                <a:cubicBezTo>
                  <a:pt x="2979068" y="61036"/>
                  <a:pt x="3068206" y="63586"/>
                  <a:pt x="3088619" y="154653"/>
                </a:cubicBezTo>
                <a:cubicBezTo>
                  <a:pt x="3107235" y="238296"/>
                  <a:pt x="3033824" y="275143"/>
                  <a:pt x="2980945" y="318333"/>
                </a:cubicBezTo>
                <a:cubicBezTo>
                  <a:pt x="2832679" y="439156"/>
                  <a:pt x="2663731" y="525726"/>
                  <a:pt x="2478738" y="580498"/>
                </a:cubicBezTo>
                <a:cubicBezTo>
                  <a:pt x="2349171" y="619318"/>
                  <a:pt x="2216315" y="648629"/>
                  <a:pt x="2071312" y="685100"/>
                </a:cubicBezTo>
                <a:cubicBezTo>
                  <a:pt x="2167354" y="736612"/>
                  <a:pt x="2247592" y="794640"/>
                  <a:pt x="2336932" y="823834"/>
                </a:cubicBezTo>
                <a:cubicBezTo>
                  <a:pt x="2436398" y="856448"/>
                  <a:pt x="2545092" y="863529"/>
                  <a:pt x="2650218" y="880372"/>
                </a:cubicBezTo>
                <a:cubicBezTo>
                  <a:pt x="2674799" y="884329"/>
                  <a:pt x="2712701" y="890811"/>
                  <a:pt x="2724828" y="877816"/>
                </a:cubicBezTo>
                <a:cubicBezTo>
                  <a:pt x="2790257" y="811500"/>
                  <a:pt x="2864697" y="844453"/>
                  <a:pt x="2937906" y="850216"/>
                </a:cubicBezTo>
                <a:cubicBezTo>
                  <a:pt x="3030260" y="857706"/>
                  <a:pt x="3122919" y="870533"/>
                  <a:pt x="3214489" y="865310"/>
                </a:cubicBezTo>
                <a:cubicBezTo>
                  <a:pt x="3330052" y="859201"/>
                  <a:pt x="3444369" y="838841"/>
                  <a:pt x="3558811" y="821783"/>
                </a:cubicBezTo>
                <a:cubicBezTo>
                  <a:pt x="3845661" y="780181"/>
                  <a:pt x="4132816" y="743918"/>
                  <a:pt x="4423716" y="769182"/>
                </a:cubicBezTo>
                <a:cubicBezTo>
                  <a:pt x="4485096" y="774506"/>
                  <a:pt x="4549229" y="783231"/>
                  <a:pt x="4604328" y="806587"/>
                </a:cubicBezTo>
                <a:cubicBezTo>
                  <a:pt x="4690279" y="842884"/>
                  <a:pt x="4723749" y="908909"/>
                  <a:pt x="4700071" y="978164"/>
                </a:cubicBezTo>
                <a:lnTo>
                  <a:pt x="4700051" y="978196"/>
                </a:lnTo>
                <a:lnTo>
                  <a:pt x="4626911" y="978196"/>
                </a:lnTo>
                <a:lnTo>
                  <a:pt x="4634858" y="938205"/>
                </a:lnTo>
                <a:cubicBezTo>
                  <a:pt x="4630586" y="912076"/>
                  <a:pt x="4607226" y="888378"/>
                  <a:pt x="4565805" y="871619"/>
                </a:cubicBezTo>
                <a:cubicBezTo>
                  <a:pt x="4510139" y="849256"/>
                  <a:pt x="4446290" y="840035"/>
                  <a:pt x="4384624" y="835208"/>
                </a:cubicBezTo>
                <a:cubicBezTo>
                  <a:pt x="4319945" y="830079"/>
                  <a:pt x="4255480" y="828097"/>
                  <a:pt x="4191174" y="828605"/>
                </a:cubicBezTo>
                <a:cubicBezTo>
                  <a:pt x="3998255" y="830132"/>
                  <a:pt x="3806768" y="854079"/>
                  <a:pt x="3615233" y="882733"/>
                </a:cubicBezTo>
                <a:cubicBezTo>
                  <a:pt x="3445683" y="908144"/>
                  <a:pt x="3275903" y="932786"/>
                  <a:pt x="3106122" y="957428"/>
                </a:cubicBezTo>
                <a:lnTo>
                  <a:pt x="3167669" y="978196"/>
                </a:lnTo>
                <a:lnTo>
                  <a:pt x="2761995" y="978196"/>
                </a:lnTo>
                <a:lnTo>
                  <a:pt x="2604435" y="961624"/>
                </a:lnTo>
                <a:lnTo>
                  <a:pt x="2629619" y="978196"/>
                </a:lnTo>
                <a:lnTo>
                  <a:pt x="2442177" y="978196"/>
                </a:lnTo>
                <a:lnTo>
                  <a:pt x="2299922" y="896786"/>
                </a:lnTo>
                <a:cubicBezTo>
                  <a:pt x="2269582" y="879425"/>
                  <a:pt x="2233101" y="870458"/>
                  <a:pt x="2204982" y="850389"/>
                </a:cubicBezTo>
                <a:cubicBezTo>
                  <a:pt x="1996636" y="701859"/>
                  <a:pt x="1747975" y="698964"/>
                  <a:pt x="1506483" y="669446"/>
                </a:cubicBezTo>
                <a:cubicBezTo>
                  <a:pt x="1499680" y="668433"/>
                  <a:pt x="1491530" y="674471"/>
                  <a:pt x="1473612" y="681163"/>
                </a:cubicBezTo>
                <a:cubicBezTo>
                  <a:pt x="1584414" y="738551"/>
                  <a:pt x="1717391" y="807480"/>
                  <a:pt x="1855475" y="879104"/>
                </a:cubicBezTo>
                <a:lnTo>
                  <a:pt x="2046452" y="978196"/>
                </a:lnTo>
                <a:lnTo>
                  <a:pt x="1905580" y="978196"/>
                </a:lnTo>
                <a:lnTo>
                  <a:pt x="1792576" y="917483"/>
                </a:lnTo>
                <a:cubicBezTo>
                  <a:pt x="1679817" y="860435"/>
                  <a:pt x="1561557" y="806703"/>
                  <a:pt x="1431825" y="761296"/>
                </a:cubicBezTo>
                <a:cubicBezTo>
                  <a:pt x="1481070" y="816016"/>
                  <a:pt x="1531868" y="866260"/>
                  <a:pt x="1584066" y="912806"/>
                </a:cubicBezTo>
                <a:lnTo>
                  <a:pt x="1665294" y="978196"/>
                </a:lnTo>
                <a:lnTo>
                  <a:pt x="1530478" y="978196"/>
                </a:lnTo>
                <a:lnTo>
                  <a:pt x="1433502" y="903764"/>
                </a:lnTo>
                <a:cubicBezTo>
                  <a:pt x="1350827" y="836355"/>
                  <a:pt x="1273396" y="763147"/>
                  <a:pt x="1207351" y="677361"/>
                </a:cubicBezTo>
                <a:cubicBezTo>
                  <a:pt x="1176883" y="637924"/>
                  <a:pt x="1132082" y="601252"/>
                  <a:pt x="1085279" y="580996"/>
                </a:cubicBezTo>
                <a:cubicBezTo>
                  <a:pt x="878724" y="490371"/>
                  <a:pt x="669558" y="405484"/>
                  <a:pt x="460678" y="320100"/>
                </a:cubicBezTo>
                <a:cubicBezTo>
                  <a:pt x="434018" y="309216"/>
                  <a:pt x="402475" y="308044"/>
                  <a:pt x="370062" y="302529"/>
                </a:cubicBezTo>
                <a:cubicBezTo>
                  <a:pt x="481234" y="420306"/>
                  <a:pt x="590097" y="530386"/>
                  <a:pt x="692974" y="645063"/>
                </a:cubicBezTo>
                <a:cubicBezTo>
                  <a:pt x="765403" y="726140"/>
                  <a:pt x="828829" y="814746"/>
                  <a:pt x="899891" y="897040"/>
                </a:cubicBezTo>
                <a:lnTo>
                  <a:pt x="958299" y="978196"/>
                </a:lnTo>
                <a:lnTo>
                  <a:pt x="856593" y="978196"/>
                </a:lnTo>
                <a:lnTo>
                  <a:pt x="745097" y="814331"/>
                </a:lnTo>
                <a:cubicBezTo>
                  <a:pt x="613951" y="647709"/>
                  <a:pt x="460119" y="497146"/>
                  <a:pt x="291682" y="357455"/>
                </a:cubicBezTo>
                <a:cubicBezTo>
                  <a:pt x="262176" y="332767"/>
                  <a:pt x="225781" y="315434"/>
                  <a:pt x="192689" y="294672"/>
                </a:cubicBezTo>
                <a:cubicBezTo>
                  <a:pt x="315383" y="458030"/>
                  <a:pt x="444112" y="615525"/>
                  <a:pt x="556080" y="783560"/>
                </a:cubicBezTo>
                <a:cubicBezTo>
                  <a:pt x="583885" y="825308"/>
                  <a:pt x="614448" y="865239"/>
                  <a:pt x="645779" y="904799"/>
                </a:cubicBezTo>
                <a:lnTo>
                  <a:pt x="703943" y="978196"/>
                </a:lnTo>
                <a:lnTo>
                  <a:pt x="621039" y="978196"/>
                </a:lnTo>
                <a:lnTo>
                  <a:pt x="430820" y="725635"/>
                </a:lnTo>
                <a:cubicBezTo>
                  <a:pt x="332361" y="599705"/>
                  <a:pt x="227971" y="477107"/>
                  <a:pt x="116693" y="361863"/>
                </a:cubicBezTo>
                <a:cubicBezTo>
                  <a:pt x="97667" y="342321"/>
                  <a:pt x="75253" y="325899"/>
                  <a:pt x="50540" y="310444"/>
                </a:cubicBezTo>
                <a:lnTo>
                  <a:pt x="0" y="281606"/>
                </a:lnTo>
                <a:lnTo>
                  <a:pt x="0" y="27934"/>
                </a:lnTo>
                <a:lnTo>
                  <a:pt x="404992" y="222649"/>
                </a:lnTo>
                <a:cubicBezTo>
                  <a:pt x="439327" y="238892"/>
                  <a:pt x="505719" y="256578"/>
                  <a:pt x="515732" y="243759"/>
                </a:cubicBezTo>
                <a:cubicBezTo>
                  <a:pt x="561414" y="183812"/>
                  <a:pt x="612911" y="224031"/>
                  <a:pt x="660613" y="222758"/>
                </a:cubicBezTo>
                <a:cubicBezTo>
                  <a:pt x="713858" y="221185"/>
                  <a:pt x="767194" y="230016"/>
                  <a:pt x="820261" y="226406"/>
                </a:cubicBezTo>
                <a:cubicBezTo>
                  <a:pt x="1211492" y="200602"/>
                  <a:pt x="1601548" y="165118"/>
                  <a:pt x="1982193" y="65102"/>
                </a:cubicBezTo>
                <a:cubicBezTo>
                  <a:pt x="2135382" y="24877"/>
                  <a:pt x="2289561" y="3461"/>
                  <a:pt x="2444158" y="387"/>
                </a:cubicBezTo>
                <a:close/>
              </a:path>
            </a:pathLst>
          </a:custGeom>
          <a:solidFill>
            <a:schemeClr val="tx1">
              <a:alpha val="5303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8BAD4AF0-64CE-5C0E-5440-00F8FC6B3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12497" y="1"/>
            <a:ext cx="3179502" cy="2726160"/>
          </a:xfrm>
          <a:custGeom>
            <a:avLst/>
            <a:gdLst>
              <a:gd name="connsiteX0" fmla="*/ 3179502 w 3179502"/>
              <a:gd name="connsiteY0" fmla="*/ 2726160 h 2726160"/>
              <a:gd name="connsiteX1" fmla="*/ 0 w 3179502"/>
              <a:gd name="connsiteY1" fmla="*/ 2726160 h 2726160"/>
              <a:gd name="connsiteX2" fmla="*/ 0 w 3179502"/>
              <a:gd name="connsiteY2" fmla="*/ 0 h 2726160"/>
              <a:gd name="connsiteX3" fmla="*/ 129375 w 3179502"/>
              <a:gd name="connsiteY3" fmla="*/ 158091 h 2726160"/>
              <a:gd name="connsiteX4" fmla="*/ 274052 w 3179502"/>
              <a:gd name="connsiteY4" fmla="*/ 461243 h 2726160"/>
              <a:gd name="connsiteX5" fmla="*/ 676050 w 3179502"/>
              <a:gd name="connsiteY5" fmla="*/ 1070337 h 2726160"/>
              <a:gd name="connsiteX6" fmla="*/ 1232482 w 3179502"/>
              <a:gd name="connsiteY6" fmla="*/ 1409578 h 2726160"/>
              <a:gd name="connsiteX7" fmla="*/ 1759030 w 3179502"/>
              <a:gd name="connsiteY7" fmla="*/ 1583520 h 2726160"/>
              <a:gd name="connsiteX8" fmla="*/ 3147865 w 3179502"/>
              <a:gd name="connsiteY8" fmla="*/ 2609783 h 272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79502" h="2726160">
                <a:moveTo>
                  <a:pt x="3179502" y="2726160"/>
                </a:moveTo>
                <a:lnTo>
                  <a:pt x="0" y="2726160"/>
                </a:lnTo>
                <a:lnTo>
                  <a:pt x="0" y="0"/>
                </a:lnTo>
                <a:lnTo>
                  <a:pt x="129375" y="158091"/>
                </a:lnTo>
                <a:cubicBezTo>
                  <a:pt x="193985" y="253821"/>
                  <a:pt x="231912" y="358034"/>
                  <a:pt x="274052" y="461243"/>
                </a:cubicBezTo>
                <a:cubicBezTo>
                  <a:pt x="365069" y="684357"/>
                  <a:pt x="488042" y="892708"/>
                  <a:pt x="676050" y="1070337"/>
                </a:cubicBezTo>
                <a:cubicBezTo>
                  <a:pt x="834276" y="1219941"/>
                  <a:pt x="1024083" y="1327091"/>
                  <a:pt x="1232482" y="1409578"/>
                </a:cubicBezTo>
                <a:cubicBezTo>
                  <a:pt x="1465209" y="1501688"/>
                  <a:pt x="1609854" y="1540036"/>
                  <a:pt x="1759030" y="1583520"/>
                </a:cubicBezTo>
                <a:cubicBezTo>
                  <a:pt x="1924825" y="1631826"/>
                  <a:pt x="2908440" y="1918621"/>
                  <a:pt x="3147865" y="2609783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3D91060-B9BF-0FA6-BD7C-AF8E38E91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2433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DCD020E-88CF-303D-F947-8EE980AC8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2000" cy="6800411"/>
            <a:chOff x="1" y="1"/>
            <a:chExt cx="12192000" cy="6800411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30B88804-97CC-BE78-8D40-672973E4CD32}"/>
                </a:ext>
              </a:extLst>
            </p:cNvPr>
            <p:cNvSpPr/>
            <p:nvPr userDrawn="1"/>
          </p:nvSpPr>
          <p:spPr>
            <a:xfrm>
              <a:off x="1" y="1"/>
              <a:ext cx="3097831" cy="2532431"/>
            </a:xfrm>
            <a:custGeom>
              <a:avLst/>
              <a:gdLst>
                <a:gd name="connsiteX0" fmla="*/ 177065 w 3097831"/>
                <a:gd name="connsiteY0" fmla="*/ 2339513 h 2532431"/>
                <a:gd name="connsiteX1" fmla="*/ 254598 w 3097831"/>
                <a:gd name="connsiteY1" fmla="*/ 2356846 h 2532431"/>
                <a:gd name="connsiteX2" fmla="*/ 184928 w 3097831"/>
                <a:gd name="connsiteY2" fmla="*/ 2423626 h 2532431"/>
                <a:gd name="connsiteX3" fmla="*/ 5587 w 3097831"/>
                <a:gd name="connsiteY3" fmla="*/ 2530140 h 2532431"/>
                <a:gd name="connsiteX4" fmla="*/ 0 w 3097831"/>
                <a:gd name="connsiteY4" fmla="*/ 2532431 h 2532431"/>
                <a:gd name="connsiteX5" fmla="*/ 0 w 3097831"/>
                <a:gd name="connsiteY5" fmla="*/ 2381588 h 2532431"/>
                <a:gd name="connsiteX6" fmla="*/ 23582 w 3097831"/>
                <a:gd name="connsiteY6" fmla="*/ 2378908 h 2532431"/>
                <a:gd name="connsiteX7" fmla="*/ 177065 w 3097831"/>
                <a:gd name="connsiteY7" fmla="*/ 2339513 h 2532431"/>
                <a:gd name="connsiteX8" fmla="*/ 515105 w 3097831"/>
                <a:gd name="connsiteY8" fmla="*/ 2041082 h 2532431"/>
                <a:gd name="connsiteX9" fmla="*/ 544953 w 3097831"/>
                <a:gd name="connsiteY9" fmla="*/ 2044795 h 2532431"/>
                <a:gd name="connsiteX10" fmla="*/ 554530 w 3097831"/>
                <a:gd name="connsiteY10" fmla="*/ 2065819 h 2532431"/>
                <a:gd name="connsiteX11" fmla="*/ 466801 w 3097831"/>
                <a:gd name="connsiteY11" fmla="*/ 2136482 h 2532431"/>
                <a:gd name="connsiteX12" fmla="*/ 80640 w 3097831"/>
                <a:gd name="connsiteY12" fmla="*/ 2269208 h 2532431"/>
                <a:gd name="connsiteX13" fmla="*/ 4467 w 3097831"/>
                <a:gd name="connsiteY13" fmla="*/ 2284674 h 2532431"/>
                <a:gd name="connsiteX14" fmla="*/ 0 w 3097831"/>
                <a:gd name="connsiteY14" fmla="*/ 2284999 h 2532431"/>
                <a:gd name="connsiteX15" fmla="*/ 0 w 3097831"/>
                <a:gd name="connsiteY15" fmla="*/ 2070368 h 2532431"/>
                <a:gd name="connsiteX16" fmla="*/ 122464 w 3097831"/>
                <a:gd name="connsiteY16" fmla="*/ 2093200 h 2532431"/>
                <a:gd name="connsiteX17" fmla="*/ 488631 w 3097831"/>
                <a:gd name="connsiteY17" fmla="*/ 2043490 h 2532431"/>
                <a:gd name="connsiteX18" fmla="*/ 515105 w 3097831"/>
                <a:gd name="connsiteY18" fmla="*/ 2041082 h 2532431"/>
                <a:gd name="connsiteX19" fmla="*/ 0 w 3097831"/>
                <a:gd name="connsiteY19" fmla="*/ 1575747 h 2532431"/>
                <a:gd name="connsiteX20" fmla="*/ 30326 w 3097831"/>
                <a:gd name="connsiteY20" fmla="*/ 1578492 h 2532431"/>
                <a:gd name="connsiteX21" fmla="*/ 134013 w 3097831"/>
                <a:gd name="connsiteY21" fmla="*/ 1600874 h 2532431"/>
                <a:gd name="connsiteX22" fmla="*/ 546960 w 3097831"/>
                <a:gd name="connsiteY22" fmla="*/ 1673430 h 2532431"/>
                <a:gd name="connsiteX23" fmla="*/ 902901 w 3097831"/>
                <a:gd name="connsiteY23" fmla="*/ 1616488 h 2532431"/>
                <a:gd name="connsiteX24" fmla="*/ 981963 w 3097831"/>
                <a:gd name="connsiteY24" fmla="*/ 1600906 h 2532431"/>
                <a:gd name="connsiteX25" fmla="*/ 980602 w 3097831"/>
                <a:gd name="connsiteY25" fmla="*/ 1637984 h 2532431"/>
                <a:gd name="connsiteX26" fmla="*/ 951630 w 3097831"/>
                <a:gd name="connsiteY26" fmla="*/ 1670341 h 2532431"/>
                <a:gd name="connsiteX27" fmla="*/ 428358 w 3097831"/>
                <a:gd name="connsiteY27" fmla="*/ 1896744 h 2532431"/>
                <a:gd name="connsiteX28" fmla="*/ 62362 w 3097831"/>
                <a:gd name="connsiteY28" fmla="*/ 1844923 h 2532431"/>
                <a:gd name="connsiteX29" fmla="*/ 0 w 3097831"/>
                <a:gd name="connsiteY29" fmla="*/ 1817067 h 2532431"/>
                <a:gd name="connsiteX30" fmla="*/ 2392663 w 3097831"/>
                <a:gd name="connsiteY30" fmla="*/ 0 h 2532431"/>
                <a:gd name="connsiteX31" fmla="*/ 2887521 w 3097831"/>
                <a:gd name="connsiteY31" fmla="*/ 0 h 2532431"/>
                <a:gd name="connsiteX32" fmla="*/ 2970795 w 3097831"/>
                <a:gd name="connsiteY32" fmla="*/ 34444 h 2532431"/>
                <a:gd name="connsiteX33" fmla="*/ 3097831 w 3097831"/>
                <a:gd name="connsiteY33" fmla="*/ 71279 h 2532431"/>
                <a:gd name="connsiteX34" fmla="*/ 2863239 w 3097831"/>
                <a:gd name="connsiteY34" fmla="*/ 172683 h 2532431"/>
                <a:gd name="connsiteX35" fmla="*/ 2407524 w 3097831"/>
                <a:gd name="connsiteY35" fmla="*/ 16854 h 2532431"/>
                <a:gd name="connsiteX36" fmla="*/ 605964 w 3097831"/>
                <a:gd name="connsiteY36" fmla="*/ 0 h 2532431"/>
                <a:gd name="connsiteX37" fmla="*/ 747628 w 3097831"/>
                <a:gd name="connsiteY37" fmla="*/ 0 h 2532431"/>
                <a:gd name="connsiteX38" fmla="*/ 724307 w 3097831"/>
                <a:gd name="connsiteY38" fmla="*/ 81673 h 2532431"/>
                <a:gd name="connsiteX39" fmla="*/ 692486 w 3097831"/>
                <a:gd name="connsiteY39" fmla="*/ 210269 h 2532431"/>
                <a:gd name="connsiteX40" fmla="*/ 526415 w 3097831"/>
                <a:gd name="connsiteY40" fmla="*/ 804384 h 2532431"/>
                <a:gd name="connsiteX41" fmla="*/ 536624 w 3097831"/>
                <a:gd name="connsiteY41" fmla="*/ 827931 h 2532431"/>
                <a:gd name="connsiteX42" fmla="*/ 641647 w 3097831"/>
                <a:gd name="connsiteY42" fmla="*/ 769841 h 2532431"/>
                <a:gd name="connsiteX43" fmla="*/ 943988 w 3097831"/>
                <a:gd name="connsiteY43" fmla="*/ 325957 h 2532431"/>
                <a:gd name="connsiteX44" fmla="*/ 983823 w 3097831"/>
                <a:gd name="connsiteY44" fmla="*/ 130441 h 2532431"/>
                <a:gd name="connsiteX45" fmla="*/ 1018176 w 3097831"/>
                <a:gd name="connsiteY45" fmla="*/ 0 h 2532431"/>
                <a:gd name="connsiteX46" fmla="*/ 1245150 w 3097831"/>
                <a:gd name="connsiteY46" fmla="*/ 0 h 2532431"/>
                <a:gd name="connsiteX47" fmla="*/ 1215445 w 3097831"/>
                <a:gd name="connsiteY47" fmla="*/ 85044 h 2532431"/>
                <a:gd name="connsiteX48" fmla="*/ 1037154 w 3097831"/>
                <a:gd name="connsiteY48" fmla="*/ 517590 h 2532431"/>
                <a:gd name="connsiteX49" fmla="*/ 1405473 w 3097831"/>
                <a:gd name="connsiteY49" fmla="*/ 180067 h 2532431"/>
                <a:gd name="connsiteX50" fmla="*/ 1485372 w 3097831"/>
                <a:gd name="connsiteY50" fmla="*/ 2313 h 2532431"/>
                <a:gd name="connsiteX51" fmla="*/ 1486481 w 3097831"/>
                <a:gd name="connsiteY51" fmla="*/ 0 h 2532431"/>
                <a:gd name="connsiteX52" fmla="*/ 1767143 w 3097831"/>
                <a:gd name="connsiteY52" fmla="*/ 0 h 2532431"/>
                <a:gd name="connsiteX53" fmla="*/ 1720915 w 3097831"/>
                <a:gd name="connsiteY53" fmla="*/ 86701 h 2532431"/>
                <a:gd name="connsiteX54" fmla="*/ 1659572 w 3097831"/>
                <a:gd name="connsiteY54" fmla="*/ 177506 h 2532431"/>
                <a:gd name="connsiteX55" fmla="*/ 1944334 w 3097831"/>
                <a:gd name="connsiteY55" fmla="*/ 44335 h 2532431"/>
                <a:gd name="connsiteX56" fmla="*/ 1997754 w 3097831"/>
                <a:gd name="connsiteY56" fmla="*/ 0 h 2532431"/>
                <a:gd name="connsiteX57" fmla="*/ 2262240 w 3097831"/>
                <a:gd name="connsiteY57" fmla="*/ 0 h 2532431"/>
                <a:gd name="connsiteX58" fmla="*/ 2121733 w 3097831"/>
                <a:gd name="connsiteY58" fmla="*/ 60384 h 2532431"/>
                <a:gd name="connsiteX59" fmla="*/ 1880826 w 3097831"/>
                <a:gd name="connsiteY59" fmla="*/ 163915 h 2532431"/>
                <a:gd name="connsiteX60" fmla="*/ 2245700 w 3097831"/>
                <a:gd name="connsiteY60" fmla="*/ 343440 h 2532431"/>
                <a:gd name="connsiteX61" fmla="*/ 2434618 w 3097831"/>
                <a:gd name="connsiteY61" fmla="*/ 387079 h 2532431"/>
                <a:gd name="connsiteX62" fmla="*/ 2512614 w 3097831"/>
                <a:gd name="connsiteY62" fmla="*/ 411781 h 2532431"/>
                <a:gd name="connsiteX63" fmla="*/ 2208593 w 3097831"/>
                <a:gd name="connsiteY63" fmla="*/ 529585 h 2532431"/>
                <a:gd name="connsiteX64" fmla="*/ 1625861 w 3097831"/>
                <a:gd name="connsiteY64" fmla="*/ 279117 h 2532431"/>
                <a:gd name="connsiteX65" fmla="*/ 1249141 w 3097831"/>
                <a:gd name="connsiteY65" fmla="*/ 487887 h 2532431"/>
                <a:gd name="connsiteX66" fmla="*/ 1489817 w 3097831"/>
                <a:gd name="connsiteY66" fmla="*/ 543171 h 2532431"/>
                <a:gd name="connsiteX67" fmla="*/ 2017586 w 3097831"/>
                <a:gd name="connsiteY67" fmla="*/ 654434 h 2532431"/>
                <a:gd name="connsiteX68" fmla="*/ 2090269 w 3097831"/>
                <a:gd name="connsiteY68" fmla="*/ 689617 h 2532431"/>
                <a:gd name="connsiteX69" fmla="*/ 1865658 w 3097831"/>
                <a:gd name="connsiteY69" fmla="*/ 783850 h 2532431"/>
                <a:gd name="connsiteX70" fmla="*/ 1168690 w 3097831"/>
                <a:gd name="connsiteY70" fmla="*/ 673999 h 2532431"/>
                <a:gd name="connsiteX71" fmla="*/ 1097817 w 3097831"/>
                <a:gd name="connsiteY71" fmla="*/ 643444 h 2532431"/>
                <a:gd name="connsiteX72" fmla="*/ 990410 w 3097831"/>
                <a:gd name="connsiteY72" fmla="*/ 638134 h 2532431"/>
                <a:gd name="connsiteX73" fmla="*/ 736992 w 3097831"/>
                <a:gd name="connsiteY73" fmla="*/ 786910 h 2532431"/>
                <a:gd name="connsiteX74" fmla="*/ 992677 w 3097831"/>
                <a:gd name="connsiteY74" fmla="*/ 823042 h 2532431"/>
                <a:gd name="connsiteX75" fmla="*/ 1650715 w 3097831"/>
                <a:gd name="connsiteY75" fmla="*/ 884022 h 2532431"/>
                <a:gd name="connsiteX76" fmla="*/ 1721679 w 3097831"/>
                <a:gd name="connsiteY76" fmla="*/ 908500 h 2532431"/>
                <a:gd name="connsiteX77" fmla="*/ 1683851 w 3097831"/>
                <a:gd name="connsiteY77" fmla="*/ 952322 h 2532431"/>
                <a:gd name="connsiteX78" fmla="*/ 897899 w 3097831"/>
                <a:gd name="connsiteY78" fmla="*/ 1046664 h 2532431"/>
                <a:gd name="connsiteX79" fmla="*/ 509734 w 3097831"/>
                <a:gd name="connsiteY79" fmla="*/ 965536 h 2532431"/>
                <a:gd name="connsiteX80" fmla="*/ 445191 w 3097831"/>
                <a:gd name="connsiteY80" fmla="*/ 969204 h 2532431"/>
                <a:gd name="connsiteX81" fmla="*/ 133050 w 3097831"/>
                <a:gd name="connsiteY81" fmla="*/ 1206458 h 2532431"/>
                <a:gd name="connsiteX82" fmla="*/ 747077 w 3097831"/>
                <a:gd name="connsiteY82" fmla="*/ 1223721 h 2532431"/>
                <a:gd name="connsiteX83" fmla="*/ 1246838 w 3097831"/>
                <a:gd name="connsiteY83" fmla="*/ 1194561 h 2532431"/>
                <a:gd name="connsiteX84" fmla="*/ 1295481 w 3097831"/>
                <a:gd name="connsiteY84" fmla="*/ 1191416 h 2532431"/>
                <a:gd name="connsiteX85" fmla="*/ 1157573 w 3097831"/>
                <a:gd name="connsiteY85" fmla="*/ 1361213 h 2532431"/>
                <a:gd name="connsiteX86" fmla="*/ 989171 w 3097831"/>
                <a:gd name="connsiteY86" fmla="*/ 1414361 h 2532431"/>
                <a:gd name="connsiteX87" fmla="*/ 353864 w 3097831"/>
                <a:gd name="connsiteY87" fmla="*/ 1426601 h 2532431"/>
                <a:gd name="connsiteX88" fmla="*/ 48450 w 3097831"/>
                <a:gd name="connsiteY88" fmla="*/ 1385431 h 2532431"/>
                <a:gd name="connsiteX89" fmla="*/ 0 w 3097831"/>
                <a:gd name="connsiteY89" fmla="*/ 1383095 h 2532431"/>
                <a:gd name="connsiteX90" fmla="*/ 0 w 3097831"/>
                <a:gd name="connsiteY90" fmla="*/ 442797 h 2532431"/>
                <a:gd name="connsiteX91" fmla="*/ 10908 w 3097831"/>
                <a:gd name="connsiteY91" fmla="*/ 416103 h 2532431"/>
                <a:gd name="connsiteX92" fmla="*/ 176820 w 3097831"/>
                <a:gd name="connsiteY92" fmla="*/ 175170 h 2532431"/>
                <a:gd name="connsiteX93" fmla="*/ 260099 w 3097831"/>
                <a:gd name="connsiteY93" fmla="*/ 130205 h 2532431"/>
                <a:gd name="connsiteX94" fmla="*/ 260495 w 3097831"/>
                <a:gd name="connsiteY94" fmla="*/ 174096 h 2532431"/>
                <a:gd name="connsiteX95" fmla="*/ 174574 w 3097831"/>
                <a:gd name="connsiteY95" fmla="*/ 605925 h 2532431"/>
                <a:gd name="connsiteX96" fmla="*/ 85341 w 3097831"/>
                <a:gd name="connsiteY96" fmla="*/ 1060441 h 2532431"/>
                <a:gd name="connsiteX97" fmla="*/ 45643 w 3097831"/>
                <a:gd name="connsiteY97" fmla="*/ 1173905 h 2532431"/>
                <a:gd name="connsiteX98" fmla="*/ 288222 w 3097831"/>
                <a:gd name="connsiteY98" fmla="*/ 862194 h 2532431"/>
                <a:gd name="connsiteX99" fmla="*/ 370923 w 3097831"/>
                <a:gd name="connsiteY99" fmla="*/ 437965 h 2532431"/>
                <a:gd name="connsiteX100" fmla="*/ 600507 w 3097831"/>
                <a:gd name="connsiteY100" fmla="*/ 5216 h 2532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3097831" h="2532431">
                  <a:moveTo>
                    <a:pt x="177065" y="2339513"/>
                  </a:moveTo>
                  <a:cubicBezTo>
                    <a:pt x="194155" y="2333794"/>
                    <a:pt x="217330" y="2347896"/>
                    <a:pt x="254598" y="2356846"/>
                  </a:cubicBezTo>
                  <a:cubicBezTo>
                    <a:pt x="220984" y="2389305"/>
                    <a:pt x="204889" y="2409285"/>
                    <a:pt x="184928" y="2423626"/>
                  </a:cubicBezTo>
                  <a:cubicBezTo>
                    <a:pt x="126472" y="2465563"/>
                    <a:pt x="66758" y="2501272"/>
                    <a:pt x="5587" y="2530140"/>
                  </a:cubicBezTo>
                  <a:lnTo>
                    <a:pt x="0" y="2532431"/>
                  </a:lnTo>
                  <a:lnTo>
                    <a:pt x="0" y="2381588"/>
                  </a:lnTo>
                  <a:lnTo>
                    <a:pt x="23582" y="2378908"/>
                  </a:lnTo>
                  <a:cubicBezTo>
                    <a:pt x="74831" y="2369442"/>
                    <a:pt x="125964" y="2356329"/>
                    <a:pt x="177065" y="2339513"/>
                  </a:cubicBezTo>
                  <a:close/>
                  <a:moveTo>
                    <a:pt x="515105" y="2041082"/>
                  </a:moveTo>
                  <a:cubicBezTo>
                    <a:pt x="525020" y="2042275"/>
                    <a:pt x="535497" y="2044487"/>
                    <a:pt x="544953" y="2044795"/>
                  </a:cubicBezTo>
                  <a:cubicBezTo>
                    <a:pt x="548144" y="2051803"/>
                    <a:pt x="551336" y="2058812"/>
                    <a:pt x="554530" y="2065819"/>
                  </a:cubicBezTo>
                  <a:cubicBezTo>
                    <a:pt x="525428" y="2090123"/>
                    <a:pt x="499946" y="2123686"/>
                    <a:pt x="466801" y="2136482"/>
                  </a:cubicBezTo>
                  <a:cubicBezTo>
                    <a:pt x="339661" y="2185241"/>
                    <a:pt x="212186" y="2234684"/>
                    <a:pt x="80640" y="2269208"/>
                  </a:cubicBezTo>
                  <a:cubicBezTo>
                    <a:pt x="55707" y="2275751"/>
                    <a:pt x="30214" y="2281031"/>
                    <a:pt x="4467" y="2284674"/>
                  </a:cubicBezTo>
                  <a:lnTo>
                    <a:pt x="0" y="2284999"/>
                  </a:lnTo>
                  <a:lnTo>
                    <a:pt x="0" y="2070368"/>
                  </a:lnTo>
                  <a:lnTo>
                    <a:pt x="122464" y="2093200"/>
                  </a:lnTo>
                  <a:cubicBezTo>
                    <a:pt x="248407" y="2112713"/>
                    <a:pt x="372168" y="2105142"/>
                    <a:pt x="488631" y="2043490"/>
                  </a:cubicBezTo>
                  <a:cubicBezTo>
                    <a:pt x="495838" y="2039718"/>
                    <a:pt x="505191" y="2039890"/>
                    <a:pt x="515105" y="2041082"/>
                  </a:cubicBezTo>
                  <a:close/>
                  <a:moveTo>
                    <a:pt x="0" y="1575747"/>
                  </a:moveTo>
                  <a:lnTo>
                    <a:pt x="30326" y="1578492"/>
                  </a:lnTo>
                  <a:cubicBezTo>
                    <a:pt x="65045" y="1583805"/>
                    <a:pt x="99455" y="1591256"/>
                    <a:pt x="134013" y="1600874"/>
                  </a:cubicBezTo>
                  <a:cubicBezTo>
                    <a:pt x="268006" y="1638282"/>
                    <a:pt x="408089" y="1659470"/>
                    <a:pt x="546960" y="1673430"/>
                  </a:cubicBezTo>
                  <a:cubicBezTo>
                    <a:pt x="668003" y="1685947"/>
                    <a:pt x="790523" y="1676746"/>
                    <a:pt x="902901" y="1616488"/>
                  </a:cubicBezTo>
                  <a:cubicBezTo>
                    <a:pt x="924452" y="1604798"/>
                    <a:pt x="953472" y="1606297"/>
                    <a:pt x="981963" y="1600906"/>
                  </a:cubicBezTo>
                  <a:cubicBezTo>
                    <a:pt x="981521" y="1623983"/>
                    <a:pt x="984183" y="1633111"/>
                    <a:pt x="980602" y="1637984"/>
                  </a:cubicBezTo>
                  <a:cubicBezTo>
                    <a:pt x="972430" y="1649782"/>
                    <a:pt x="963031" y="1661659"/>
                    <a:pt x="951630" y="1670341"/>
                  </a:cubicBezTo>
                  <a:cubicBezTo>
                    <a:pt x="795656" y="1788250"/>
                    <a:pt x="620439" y="1861176"/>
                    <a:pt x="428358" y="1896744"/>
                  </a:cubicBezTo>
                  <a:cubicBezTo>
                    <a:pt x="297589" y="1921022"/>
                    <a:pt x="177399" y="1891390"/>
                    <a:pt x="62362" y="1844923"/>
                  </a:cubicBezTo>
                  <a:lnTo>
                    <a:pt x="0" y="1817067"/>
                  </a:lnTo>
                  <a:close/>
                  <a:moveTo>
                    <a:pt x="2392663" y="0"/>
                  </a:moveTo>
                  <a:lnTo>
                    <a:pt x="2887521" y="0"/>
                  </a:lnTo>
                  <a:lnTo>
                    <a:pt x="2970795" y="34444"/>
                  </a:lnTo>
                  <a:cubicBezTo>
                    <a:pt x="3012007" y="48971"/>
                    <a:pt x="3054191" y="61282"/>
                    <a:pt x="3097831" y="71279"/>
                  </a:cubicBezTo>
                  <a:cubicBezTo>
                    <a:pt x="3050254" y="125956"/>
                    <a:pt x="2955769" y="160146"/>
                    <a:pt x="2863239" y="172683"/>
                  </a:cubicBezTo>
                  <a:cubicBezTo>
                    <a:pt x="2680068" y="197283"/>
                    <a:pt x="2529795" y="141319"/>
                    <a:pt x="2407524" y="16854"/>
                  </a:cubicBezTo>
                  <a:close/>
                  <a:moveTo>
                    <a:pt x="605964" y="0"/>
                  </a:moveTo>
                  <a:lnTo>
                    <a:pt x="747628" y="0"/>
                  </a:lnTo>
                  <a:lnTo>
                    <a:pt x="724307" y="81673"/>
                  </a:lnTo>
                  <a:cubicBezTo>
                    <a:pt x="712100" y="124220"/>
                    <a:pt x="700661" y="166932"/>
                    <a:pt x="692486" y="210269"/>
                  </a:cubicBezTo>
                  <a:cubicBezTo>
                    <a:pt x="654756" y="413620"/>
                    <a:pt x="626527" y="618747"/>
                    <a:pt x="526415" y="804384"/>
                  </a:cubicBezTo>
                  <a:cubicBezTo>
                    <a:pt x="524462" y="808016"/>
                    <a:pt x="531145" y="816228"/>
                    <a:pt x="536624" y="827931"/>
                  </a:cubicBezTo>
                  <a:cubicBezTo>
                    <a:pt x="571904" y="808361"/>
                    <a:pt x="605528" y="786618"/>
                    <a:pt x="641647" y="769841"/>
                  </a:cubicBezTo>
                  <a:cubicBezTo>
                    <a:pt x="830399" y="681460"/>
                    <a:pt x="917077" y="524931"/>
                    <a:pt x="943988" y="325957"/>
                  </a:cubicBezTo>
                  <a:cubicBezTo>
                    <a:pt x="953121" y="260223"/>
                    <a:pt x="966831" y="194866"/>
                    <a:pt x="983823" y="130441"/>
                  </a:cubicBezTo>
                  <a:lnTo>
                    <a:pt x="1018176" y="0"/>
                  </a:lnTo>
                  <a:lnTo>
                    <a:pt x="1245150" y="0"/>
                  </a:lnTo>
                  <a:lnTo>
                    <a:pt x="1215445" y="85044"/>
                  </a:lnTo>
                  <a:cubicBezTo>
                    <a:pt x="1172858" y="235346"/>
                    <a:pt x="1145665" y="391844"/>
                    <a:pt x="1037154" y="517590"/>
                  </a:cubicBezTo>
                  <a:cubicBezTo>
                    <a:pt x="1215367" y="462120"/>
                    <a:pt x="1324379" y="334920"/>
                    <a:pt x="1405473" y="180067"/>
                  </a:cubicBezTo>
                  <a:cubicBezTo>
                    <a:pt x="1435353" y="122991"/>
                    <a:pt x="1459280" y="61760"/>
                    <a:pt x="1485372" y="2313"/>
                  </a:cubicBezTo>
                  <a:lnTo>
                    <a:pt x="1486481" y="0"/>
                  </a:lnTo>
                  <a:lnTo>
                    <a:pt x="1767143" y="0"/>
                  </a:lnTo>
                  <a:lnTo>
                    <a:pt x="1720915" y="86701"/>
                  </a:lnTo>
                  <a:cubicBezTo>
                    <a:pt x="1702464" y="117768"/>
                    <a:pt x="1682236" y="148127"/>
                    <a:pt x="1659572" y="177506"/>
                  </a:cubicBezTo>
                  <a:cubicBezTo>
                    <a:pt x="1752607" y="159436"/>
                    <a:pt x="1856210" y="110043"/>
                    <a:pt x="1944334" y="44335"/>
                  </a:cubicBezTo>
                  <a:lnTo>
                    <a:pt x="1997754" y="0"/>
                  </a:lnTo>
                  <a:lnTo>
                    <a:pt x="2262240" y="0"/>
                  </a:lnTo>
                  <a:lnTo>
                    <a:pt x="2121733" y="60384"/>
                  </a:lnTo>
                  <a:cubicBezTo>
                    <a:pt x="2043455" y="94032"/>
                    <a:pt x="1964207" y="128097"/>
                    <a:pt x="1880826" y="163915"/>
                  </a:cubicBezTo>
                  <a:cubicBezTo>
                    <a:pt x="2016471" y="230529"/>
                    <a:pt x="2132159" y="284451"/>
                    <a:pt x="2245700" y="343440"/>
                  </a:cubicBezTo>
                  <a:cubicBezTo>
                    <a:pt x="2305999" y="374753"/>
                    <a:pt x="2363067" y="402948"/>
                    <a:pt x="2434618" y="387079"/>
                  </a:cubicBezTo>
                  <a:cubicBezTo>
                    <a:pt x="2453698" y="382847"/>
                    <a:pt x="2477235" y="399677"/>
                    <a:pt x="2512614" y="411781"/>
                  </a:cubicBezTo>
                  <a:cubicBezTo>
                    <a:pt x="2420100" y="508828"/>
                    <a:pt x="2312511" y="515670"/>
                    <a:pt x="2208593" y="529585"/>
                  </a:cubicBezTo>
                  <a:cubicBezTo>
                    <a:pt x="1968980" y="561874"/>
                    <a:pt x="1774391" y="480935"/>
                    <a:pt x="1625861" y="279117"/>
                  </a:cubicBezTo>
                  <a:cubicBezTo>
                    <a:pt x="1501602" y="347992"/>
                    <a:pt x="1385771" y="412165"/>
                    <a:pt x="1249141" y="487887"/>
                  </a:cubicBezTo>
                  <a:cubicBezTo>
                    <a:pt x="1347937" y="510051"/>
                    <a:pt x="1420506" y="520865"/>
                    <a:pt x="1489817" y="543171"/>
                  </a:cubicBezTo>
                  <a:cubicBezTo>
                    <a:pt x="1662032" y="598671"/>
                    <a:pt x="1832774" y="657866"/>
                    <a:pt x="2017586" y="654434"/>
                  </a:cubicBezTo>
                  <a:cubicBezTo>
                    <a:pt x="2037106" y="654158"/>
                    <a:pt x="2056972" y="672925"/>
                    <a:pt x="2090269" y="689617"/>
                  </a:cubicBezTo>
                  <a:cubicBezTo>
                    <a:pt x="2014771" y="752684"/>
                    <a:pt x="1942857" y="774836"/>
                    <a:pt x="1865658" y="783850"/>
                  </a:cubicBezTo>
                  <a:cubicBezTo>
                    <a:pt x="1623085" y="812816"/>
                    <a:pt x="1385662" y="809115"/>
                    <a:pt x="1168690" y="673999"/>
                  </a:cubicBezTo>
                  <a:cubicBezTo>
                    <a:pt x="1146885" y="660570"/>
                    <a:pt x="1122765" y="648045"/>
                    <a:pt x="1097817" y="643444"/>
                  </a:cubicBezTo>
                  <a:cubicBezTo>
                    <a:pt x="1062411" y="636939"/>
                    <a:pt x="1020764" y="626176"/>
                    <a:pt x="990410" y="638134"/>
                  </a:cubicBezTo>
                  <a:cubicBezTo>
                    <a:pt x="903436" y="672612"/>
                    <a:pt x="823401" y="722400"/>
                    <a:pt x="736992" y="786910"/>
                  </a:cubicBezTo>
                  <a:cubicBezTo>
                    <a:pt x="833539" y="800489"/>
                    <a:pt x="913270" y="810570"/>
                    <a:pt x="992677" y="823042"/>
                  </a:cubicBezTo>
                  <a:cubicBezTo>
                    <a:pt x="1210604" y="857464"/>
                    <a:pt x="1426175" y="914702"/>
                    <a:pt x="1650715" y="884022"/>
                  </a:cubicBezTo>
                  <a:cubicBezTo>
                    <a:pt x="1670079" y="881290"/>
                    <a:pt x="1692181" y="897925"/>
                    <a:pt x="1721679" y="908500"/>
                  </a:cubicBezTo>
                  <a:cubicBezTo>
                    <a:pt x="1702532" y="931232"/>
                    <a:pt x="1695409" y="946096"/>
                    <a:pt x="1683851" y="952322"/>
                  </a:cubicBezTo>
                  <a:cubicBezTo>
                    <a:pt x="1434339" y="1084824"/>
                    <a:pt x="1174944" y="1155344"/>
                    <a:pt x="897899" y="1046664"/>
                  </a:cubicBezTo>
                  <a:cubicBezTo>
                    <a:pt x="771870" y="997184"/>
                    <a:pt x="642761" y="974076"/>
                    <a:pt x="509734" y="965536"/>
                  </a:cubicBezTo>
                  <a:cubicBezTo>
                    <a:pt x="488017" y="964052"/>
                    <a:pt x="461157" y="959192"/>
                    <a:pt x="445191" y="969204"/>
                  </a:cubicBezTo>
                  <a:cubicBezTo>
                    <a:pt x="333897" y="1037646"/>
                    <a:pt x="225641" y="1110639"/>
                    <a:pt x="133050" y="1206458"/>
                  </a:cubicBezTo>
                  <a:cubicBezTo>
                    <a:pt x="341357" y="1149953"/>
                    <a:pt x="544404" y="1184550"/>
                    <a:pt x="747077" y="1223721"/>
                  </a:cubicBezTo>
                  <a:cubicBezTo>
                    <a:pt x="916050" y="1256376"/>
                    <a:pt x="1083927" y="1270129"/>
                    <a:pt x="1246838" y="1194561"/>
                  </a:cubicBezTo>
                  <a:cubicBezTo>
                    <a:pt x="1258266" y="1189292"/>
                    <a:pt x="1273919" y="1192389"/>
                    <a:pt x="1295481" y="1191416"/>
                  </a:cubicBezTo>
                  <a:cubicBezTo>
                    <a:pt x="1295482" y="1292240"/>
                    <a:pt x="1223193" y="1327979"/>
                    <a:pt x="1157573" y="1361213"/>
                  </a:cubicBezTo>
                  <a:cubicBezTo>
                    <a:pt x="1105553" y="1387523"/>
                    <a:pt x="1045986" y="1399416"/>
                    <a:pt x="989171" y="1414361"/>
                  </a:cubicBezTo>
                  <a:cubicBezTo>
                    <a:pt x="778473" y="1470541"/>
                    <a:pt x="567742" y="1476548"/>
                    <a:pt x="353864" y="1426601"/>
                  </a:cubicBezTo>
                  <a:cubicBezTo>
                    <a:pt x="254241" y="1403352"/>
                    <a:pt x="150259" y="1399724"/>
                    <a:pt x="48450" y="1385431"/>
                  </a:cubicBezTo>
                  <a:lnTo>
                    <a:pt x="0" y="1383095"/>
                  </a:lnTo>
                  <a:lnTo>
                    <a:pt x="0" y="442797"/>
                  </a:lnTo>
                  <a:lnTo>
                    <a:pt x="10908" y="416103"/>
                  </a:lnTo>
                  <a:cubicBezTo>
                    <a:pt x="51257" y="330271"/>
                    <a:pt x="105655" y="249632"/>
                    <a:pt x="176820" y="175170"/>
                  </a:cubicBezTo>
                  <a:cubicBezTo>
                    <a:pt x="198630" y="152556"/>
                    <a:pt x="214572" y="121109"/>
                    <a:pt x="260099" y="130205"/>
                  </a:cubicBezTo>
                  <a:cubicBezTo>
                    <a:pt x="260498" y="147064"/>
                    <a:pt x="265873" y="163135"/>
                    <a:pt x="260495" y="174096"/>
                  </a:cubicBezTo>
                  <a:cubicBezTo>
                    <a:pt x="193118" y="310351"/>
                    <a:pt x="184260" y="458681"/>
                    <a:pt x="174574" y="605925"/>
                  </a:cubicBezTo>
                  <a:cubicBezTo>
                    <a:pt x="164473" y="761636"/>
                    <a:pt x="140011" y="913697"/>
                    <a:pt x="85341" y="1060441"/>
                  </a:cubicBezTo>
                  <a:cubicBezTo>
                    <a:pt x="72759" y="1094049"/>
                    <a:pt x="61613" y="1127849"/>
                    <a:pt x="45643" y="1173905"/>
                  </a:cubicBezTo>
                  <a:cubicBezTo>
                    <a:pt x="182365" y="1101118"/>
                    <a:pt x="259625" y="999811"/>
                    <a:pt x="288222" y="862194"/>
                  </a:cubicBezTo>
                  <a:cubicBezTo>
                    <a:pt x="317271" y="721228"/>
                    <a:pt x="343722" y="579667"/>
                    <a:pt x="370923" y="437965"/>
                  </a:cubicBezTo>
                  <a:cubicBezTo>
                    <a:pt x="404041" y="266013"/>
                    <a:pt x="488120" y="126452"/>
                    <a:pt x="600507" y="5216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77FB28C4-D7BE-9D2F-25D0-06D2480EA06A}"/>
                </a:ext>
              </a:extLst>
            </p:cNvPr>
            <p:cNvSpPr/>
            <p:nvPr userDrawn="1"/>
          </p:nvSpPr>
          <p:spPr>
            <a:xfrm>
              <a:off x="9164166" y="2461367"/>
              <a:ext cx="3027835" cy="4339045"/>
            </a:xfrm>
            <a:custGeom>
              <a:avLst/>
              <a:gdLst>
                <a:gd name="connsiteX0" fmla="*/ 3027835 w 3027835"/>
                <a:gd name="connsiteY0" fmla="*/ 1577904 h 4339045"/>
                <a:gd name="connsiteX1" fmla="*/ 3027835 w 3027835"/>
                <a:gd name="connsiteY1" fmla="*/ 1756157 h 4339045"/>
                <a:gd name="connsiteX2" fmla="*/ 2987665 w 3027835"/>
                <a:gd name="connsiteY2" fmla="*/ 1796827 h 4339045"/>
                <a:gd name="connsiteX3" fmla="*/ 2823016 w 3027835"/>
                <a:gd name="connsiteY3" fmla="*/ 2308034 h 4339045"/>
                <a:gd name="connsiteX4" fmla="*/ 2840027 w 3027835"/>
                <a:gd name="connsiteY4" fmla="*/ 2506841 h 4339045"/>
                <a:gd name="connsiteX5" fmla="*/ 2810869 w 3027835"/>
                <a:gd name="connsiteY5" fmla="*/ 2812303 h 4339045"/>
                <a:gd name="connsiteX6" fmla="*/ 2677151 w 3027835"/>
                <a:gd name="connsiteY6" fmla="*/ 3079052 h 4339045"/>
                <a:gd name="connsiteX7" fmla="*/ 2603769 w 3027835"/>
                <a:gd name="connsiteY7" fmla="*/ 3161057 h 4339045"/>
                <a:gd name="connsiteX8" fmla="*/ 2588720 w 3027835"/>
                <a:gd name="connsiteY8" fmla="*/ 3089875 h 4339045"/>
                <a:gd name="connsiteX9" fmla="*/ 2622934 w 3027835"/>
                <a:gd name="connsiteY9" fmla="*/ 2771189 h 4339045"/>
                <a:gd name="connsiteX10" fmla="*/ 2679515 w 3027835"/>
                <a:gd name="connsiteY10" fmla="*/ 2150521 h 4339045"/>
                <a:gd name="connsiteX11" fmla="*/ 2421531 w 3027835"/>
                <a:gd name="connsiteY11" fmla="*/ 2578333 h 4339045"/>
                <a:gd name="connsiteX12" fmla="*/ 2353181 w 3027835"/>
                <a:gd name="connsiteY12" fmla="*/ 2957894 h 4339045"/>
                <a:gd name="connsiteX13" fmla="*/ 2109552 w 3027835"/>
                <a:gd name="connsiteY13" fmla="*/ 3428433 h 4339045"/>
                <a:gd name="connsiteX14" fmla="*/ 1994623 w 3027835"/>
                <a:gd name="connsiteY14" fmla="*/ 3492617 h 4339045"/>
                <a:gd name="connsiteX15" fmla="*/ 2178503 w 3027835"/>
                <a:gd name="connsiteY15" fmla="*/ 2652563 h 4339045"/>
                <a:gd name="connsiteX16" fmla="*/ 1824147 w 3027835"/>
                <a:gd name="connsiteY16" fmla="*/ 3136598 h 4339045"/>
                <a:gd name="connsiteX17" fmla="*/ 1658324 w 3027835"/>
                <a:gd name="connsiteY17" fmla="*/ 3673617 h 4339045"/>
                <a:gd name="connsiteX18" fmla="*/ 1554071 w 3027835"/>
                <a:gd name="connsiteY18" fmla="*/ 3767662 h 4339045"/>
                <a:gd name="connsiteX19" fmla="*/ 1578226 w 3027835"/>
                <a:gd name="connsiteY19" fmla="*/ 3453444 h 4339045"/>
                <a:gd name="connsiteX20" fmla="*/ 1610923 w 3027835"/>
                <a:gd name="connsiteY20" fmla="*/ 3126446 h 4339045"/>
                <a:gd name="connsiteX21" fmla="*/ 1536984 w 3027835"/>
                <a:gd name="connsiteY21" fmla="*/ 3193645 h 4339045"/>
                <a:gd name="connsiteX22" fmla="*/ 1400754 w 3027835"/>
                <a:gd name="connsiteY22" fmla="*/ 3407314 h 4339045"/>
                <a:gd name="connsiteX23" fmla="*/ 1379062 w 3027835"/>
                <a:gd name="connsiteY23" fmla="*/ 3538306 h 4339045"/>
                <a:gd name="connsiteX24" fmla="*/ 1121611 w 3027835"/>
                <a:gd name="connsiteY24" fmla="*/ 3964817 h 4339045"/>
                <a:gd name="connsiteX25" fmla="*/ 1086825 w 3027835"/>
                <a:gd name="connsiteY25" fmla="*/ 3960854 h 4339045"/>
                <a:gd name="connsiteX26" fmla="*/ 1151742 w 3027835"/>
                <a:gd name="connsiteY26" fmla="*/ 3735862 h 4339045"/>
                <a:gd name="connsiteX27" fmla="*/ 1198823 w 3027835"/>
                <a:gd name="connsiteY27" fmla="*/ 3461351 h 4339045"/>
                <a:gd name="connsiteX28" fmla="*/ 1036110 w 3027835"/>
                <a:gd name="connsiteY28" fmla="*/ 3607292 h 4339045"/>
                <a:gd name="connsiteX29" fmla="*/ 835057 w 3027835"/>
                <a:gd name="connsiteY29" fmla="*/ 3891895 h 4339045"/>
                <a:gd name="connsiteX30" fmla="*/ 643745 w 3027835"/>
                <a:gd name="connsiteY30" fmla="*/ 4154015 h 4339045"/>
                <a:gd name="connsiteX31" fmla="*/ 645644 w 3027835"/>
                <a:gd name="connsiteY31" fmla="*/ 3839533 h 4339045"/>
                <a:gd name="connsiteX32" fmla="*/ 369474 w 3027835"/>
                <a:gd name="connsiteY32" fmla="*/ 4094353 h 4339045"/>
                <a:gd name="connsiteX33" fmla="*/ 131407 w 3027835"/>
                <a:gd name="connsiteY33" fmla="*/ 4309419 h 4339045"/>
                <a:gd name="connsiteX34" fmla="*/ 0 w 3027835"/>
                <a:gd name="connsiteY34" fmla="*/ 4275538 h 4339045"/>
                <a:gd name="connsiteX35" fmla="*/ 220770 w 3027835"/>
                <a:gd name="connsiteY35" fmla="*/ 3976206 h 4339045"/>
                <a:gd name="connsiteX36" fmla="*/ 552175 w 3027835"/>
                <a:gd name="connsiteY36" fmla="*/ 3763240 h 4339045"/>
                <a:gd name="connsiteX37" fmla="*/ 799546 w 3027835"/>
                <a:gd name="connsiteY37" fmla="*/ 3672723 h 4339045"/>
                <a:gd name="connsiteX38" fmla="*/ 929004 w 3027835"/>
                <a:gd name="connsiteY38" fmla="*/ 3587034 h 4339045"/>
                <a:gd name="connsiteX39" fmla="*/ 467968 w 3027835"/>
                <a:gd name="connsiteY39" fmla="*/ 3466793 h 4339045"/>
                <a:gd name="connsiteX40" fmla="*/ 1175697 w 3027835"/>
                <a:gd name="connsiteY40" fmla="*/ 3394819 h 4339045"/>
                <a:gd name="connsiteX41" fmla="*/ 1357224 w 3027835"/>
                <a:gd name="connsiteY41" fmla="*/ 3239412 h 4339045"/>
                <a:gd name="connsiteX42" fmla="*/ 828818 w 3027835"/>
                <a:gd name="connsiteY42" fmla="*/ 3160711 h 4339045"/>
                <a:gd name="connsiteX43" fmla="*/ 1025214 w 3027835"/>
                <a:gd name="connsiteY43" fmla="*/ 2997175 h 4339045"/>
                <a:gd name="connsiteX44" fmla="*/ 1571266 w 3027835"/>
                <a:gd name="connsiteY44" fmla="*/ 3058777 h 4339045"/>
                <a:gd name="connsiteX45" fmla="*/ 1970097 w 3027835"/>
                <a:gd name="connsiteY45" fmla="*/ 2728096 h 4339045"/>
                <a:gd name="connsiteX46" fmla="*/ 1569373 w 3027835"/>
                <a:gd name="connsiteY46" fmla="*/ 2658942 h 4339045"/>
                <a:gd name="connsiteX47" fmla="*/ 1375822 w 3027835"/>
                <a:gd name="connsiteY47" fmla="*/ 2670442 h 4339045"/>
                <a:gd name="connsiteX48" fmla="*/ 1294025 w 3027835"/>
                <a:gd name="connsiteY48" fmla="*/ 2668776 h 4339045"/>
                <a:gd name="connsiteX49" fmla="*/ 1552392 w 3027835"/>
                <a:gd name="connsiteY49" fmla="*/ 2469896 h 4339045"/>
                <a:gd name="connsiteX50" fmla="*/ 2182140 w 3027835"/>
                <a:gd name="connsiteY50" fmla="*/ 2545568 h 4339045"/>
                <a:gd name="connsiteX51" fmla="*/ 2484550 w 3027835"/>
                <a:gd name="connsiteY51" fmla="*/ 2238892 h 4339045"/>
                <a:gd name="connsiteX52" fmla="*/ 2238060 w 3027835"/>
                <a:gd name="connsiteY52" fmla="*/ 2253839 h 4339045"/>
                <a:gd name="connsiteX53" fmla="*/ 1700354 w 3027835"/>
                <a:gd name="connsiteY53" fmla="*/ 2296180 h 4339045"/>
                <a:gd name="connsiteX54" fmla="*/ 1620694 w 3027835"/>
                <a:gd name="connsiteY54" fmla="*/ 2282960 h 4339045"/>
                <a:gd name="connsiteX55" fmla="*/ 1809541 w 3027835"/>
                <a:gd name="connsiteY55" fmla="*/ 2129120 h 4339045"/>
                <a:gd name="connsiteX56" fmla="*/ 2509155 w 3027835"/>
                <a:gd name="connsiteY56" fmla="*/ 2037634 h 4339045"/>
                <a:gd name="connsiteX57" fmla="*/ 2585773 w 3027835"/>
                <a:gd name="connsiteY57" fmla="*/ 2046926 h 4339045"/>
                <a:gd name="connsiteX58" fmla="*/ 2690306 w 3027835"/>
                <a:gd name="connsiteY58" fmla="*/ 2021682 h 4339045"/>
                <a:gd name="connsiteX59" fmla="*/ 2891381 w 3027835"/>
                <a:gd name="connsiteY59" fmla="*/ 1807385 h 4339045"/>
                <a:gd name="connsiteX60" fmla="*/ 2635902 w 3027835"/>
                <a:gd name="connsiteY60" fmla="*/ 1844944 h 4339045"/>
                <a:gd name="connsiteX61" fmla="*/ 1987437 w 3027835"/>
                <a:gd name="connsiteY61" fmla="*/ 1972315 h 4339045"/>
                <a:gd name="connsiteX62" fmla="*/ 1912448 w 3027835"/>
                <a:gd name="connsiteY62" fmla="*/ 1968878 h 4339045"/>
                <a:gd name="connsiteX63" fmla="*/ 1936357 w 3027835"/>
                <a:gd name="connsiteY63" fmla="*/ 1916156 h 4339045"/>
                <a:gd name="connsiteX64" fmla="*/ 2663656 w 3027835"/>
                <a:gd name="connsiteY64" fmla="*/ 1603657 h 4339045"/>
                <a:gd name="connsiteX65" fmla="*/ 2961282 w 3027835"/>
                <a:gd name="connsiteY65" fmla="*/ 1590878 h 4339045"/>
                <a:gd name="connsiteX66" fmla="*/ 3027835 w 3027835"/>
                <a:gd name="connsiteY66" fmla="*/ 1091533 h 4339045"/>
                <a:gd name="connsiteX67" fmla="*/ 3027835 w 3027835"/>
                <a:gd name="connsiteY67" fmla="*/ 1354009 h 4339045"/>
                <a:gd name="connsiteX68" fmla="*/ 2911954 w 3027835"/>
                <a:gd name="connsiteY68" fmla="*/ 1374296 h 4339045"/>
                <a:gd name="connsiteX69" fmla="*/ 2758325 w 3027835"/>
                <a:gd name="connsiteY69" fmla="*/ 1391210 h 4339045"/>
                <a:gd name="connsiteX70" fmla="*/ 2287151 w 3027835"/>
                <a:gd name="connsiteY70" fmla="*/ 1560344 h 4339045"/>
                <a:gd name="connsiteX71" fmla="*/ 2241378 w 3027835"/>
                <a:gd name="connsiteY71" fmla="*/ 1577101 h 4339045"/>
                <a:gd name="connsiteX72" fmla="*/ 2325709 w 3027835"/>
                <a:gd name="connsiteY72" fmla="*/ 1375265 h 4339045"/>
                <a:gd name="connsiteX73" fmla="*/ 2472240 w 3027835"/>
                <a:gd name="connsiteY73" fmla="*/ 1276715 h 4339045"/>
                <a:gd name="connsiteX74" fmla="*/ 2917220 w 3027835"/>
                <a:gd name="connsiteY74" fmla="*/ 1104724 h 4339045"/>
                <a:gd name="connsiteX75" fmla="*/ 3027835 w 3027835"/>
                <a:gd name="connsiteY75" fmla="*/ 608020 h 4339045"/>
                <a:gd name="connsiteX76" fmla="*/ 3027835 w 3027835"/>
                <a:gd name="connsiteY76" fmla="*/ 871290 h 4339045"/>
                <a:gd name="connsiteX77" fmla="*/ 2823268 w 3027835"/>
                <a:gd name="connsiteY77" fmla="*/ 903289 h 4339045"/>
                <a:gd name="connsiteX78" fmla="*/ 2497904 w 3027835"/>
                <a:gd name="connsiteY78" fmla="*/ 1058451 h 4339045"/>
                <a:gd name="connsiteX79" fmla="*/ 2426464 w 3027835"/>
                <a:gd name="connsiteY79" fmla="*/ 1095730 h 4339045"/>
                <a:gd name="connsiteX80" fmla="*/ 2417297 w 3027835"/>
                <a:gd name="connsiteY80" fmla="*/ 1059778 h 4339045"/>
                <a:gd name="connsiteX81" fmla="*/ 2435949 w 3027835"/>
                <a:gd name="connsiteY81" fmla="*/ 1020554 h 4339045"/>
                <a:gd name="connsiteX82" fmla="*/ 2873962 w 3027835"/>
                <a:gd name="connsiteY82" fmla="*/ 655569 h 4339045"/>
                <a:gd name="connsiteX83" fmla="*/ 2994046 w 3027835"/>
                <a:gd name="connsiteY83" fmla="*/ 612203 h 4339045"/>
                <a:gd name="connsiteX84" fmla="*/ 3027835 w 3027835"/>
                <a:gd name="connsiteY84" fmla="*/ 249929 h 4339045"/>
                <a:gd name="connsiteX85" fmla="*/ 3027835 w 3027835"/>
                <a:gd name="connsiteY85" fmla="*/ 396832 h 4339045"/>
                <a:gd name="connsiteX86" fmla="*/ 3019187 w 3027835"/>
                <a:gd name="connsiteY86" fmla="*/ 398490 h 4339045"/>
                <a:gd name="connsiteX87" fmla="*/ 2774694 w 3027835"/>
                <a:gd name="connsiteY87" fmla="*/ 531824 h 4339045"/>
                <a:gd name="connsiteX88" fmla="*/ 2720297 w 3027835"/>
                <a:gd name="connsiteY88" fmla="*/ 546480 h 4339045"/>
                <a:gd name="connsiteX89" fmla="*/ 2705172 w 3027835"/>
                <a:gd name="connsiteY89" fmla="*/ 529016 h 4339045"/>
                <a:gd name="connsiteX90" fmla="*/ 2769368 w 3027835"/>
                <a:gd name="connsiteY90" fmla="*/ 436451 h 4339045"/>
                <a:gd name="connsiteX91" fmla="*/ 2932748 w 3027835"/>
                <a:gd name="connsiteY91" fmla="*/ 313600 h 4339045"/>
                <a:gd name="connsiteX92" fmla="*/ 3027835 w 3027835"/>
                <a:gd name="connsiteY92" fmla="*/ 0 h 4339045"/>
                <a:gd name="connsiteX93" fmla="*/ 3027835 w 3027835"/>
                <a:gd name="connsiteY93" fmla="*/ 137269 h 4339045"/>
                <a:gd name="connsiteX94" fmla="*/ 2989957 w 3027835"/>
                <a:gd name="connsiteY94" fmla="*/ 159851 h 4339045"/>
                <a:gd name="connsiteX95" fmla="*/ 2910686 w 3027835"/>
                <a:gd name="connsiteY95" fmla="*/ 165123 h 4339045"/>
                <a:gd name="connsiteX96" fmla="*/ 2958656 w 3027835"/>
                <a:gd name="connsiteY96" fmla="*/ 81384 h 4339045"/>
                <a:gd name="connsiteX97" fmla="*/ 3027271 w 3027835"/>
                <a:gd name="connsiteY97" fmla="*/ 554 h 4339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3027835" h="4339045">
                  <a:moveTo>
                    <a:pt x="3027835" y="1577904"/>
                  </a:moveTo>
                  <a:lnTo>
                    <a:pt x="3027835" y="1756157"/>
                  </a:lnTo>
                  <a:lnTo>
                    <a:pt x="2987665" y="1796827"/>
                  </a:lnTo>
                  <a:cubicBezTo>
                    <a:pt x="2831563" y="1934924"/>
                    <a:pt x="2792628" y="2109562"/>
                    <a:pt x="2823016" y="2308034"/>
                  </a:cubicBezTo>
                  <a:cubicBezTo>
                    <a:pt x="2832822" y="2373671"/>
                    <a:pt x="2838131" y="2440239"/>
                    <a:pt x="2840027" y="2506841"/>
                  </a:cubicBezTo>
                  <a:cubicBezTo>
                    <a:pt x="2843035" y="2609402"/>
                    <a:pt x="2858629" y="2714436"/>
                    <a:pt x="2810869" y="2812303"/>
                  </a:cubicBezTo>
                  <a:cubicBezTo>
                    <a:pt x="2767189" y="2901734"/>
                    <a:pt x="2724261" y="2991295"/>
                    <a:pt x="2677151" y="3079052"/>
                  </a:cubicBezTo>
                  <a:cubicBezTo>
                    <a:pt x="2663279" y="3104851"/>
                    <a:pt x="2637466" y="3124418"/>
                    <a:pt x="2603769" y="3161057"/>
                  </a:cubicBezTo>
                  <a:cubicBezTo>
                    <a:pt x="2595321" y="3121823"/>
                    <a:pt x="2587443" y="3105450"/>
                    <a:pt x="2588720" y="3089875"/>
                  </a:cubicBezTo>
                  <a:cubicBezTo>
                    <a:pt x="2599055" y="2983565"/>
                    <a:pt x="2608636" y="2877127"/>
                    <a:pt x="2622934" y="2771189"/>
                  </a:cubicBezTo>
                  <a:cubicBezTo>
                    <a:pt x="2650772" y="2565532"/>
                    <a:pt x="2588082" y="2352220"/>
                    <a:pt x="2679515" y="2150521"/>
                  </a:cubicBezTo>
                  <a:cubicBezTo>
                    <a:pt x="2524227" y="2254069"/>
                    <a:pt x="2455583" y="2406881"/>
                    <a:pt x="2421531" y="2578333"/>
                  </a:cubicBezTo>
                  <a:cubicBezTo>
                    <a:pt x="2396448" y="2704716"/>
                    <a:pt x="2398900" y="2840320"/>
                    <a:pt x="2353181" y="2957894"/>
                  </a:cubicBezTo>
                  <a:cubicBezTo>
                    <a:pt x="2289630" y="3121645"/>
                    <a:pt x="2193666" y="3273015"/>
                    <a:pt x="2109552" y="3428433"/>
                  </a:cubicBezTo>
                  <a:cubicBezTo>
                    <a:pt x="2090719" y="3463290"/>
                    <a:pt x="2060534" y="3489384"/>
                    <a:pt x="1994623" y="3492617"/>
                  </a:cubicBezTo>
                  <a:cubicBezTo>
                    <a:pt x="2130693" y="3222090"/>
                    <a:pt x="2070961" y="2929230"/>
                    <a:pt x="2178503" y="2652563"/>
                  </a:cubicBezTo>
                  <a:cubicBezTo>
                    <a:pt x="2010218" y="2739788"/>
                    <a:pt x="1836772" y="2959143"/>
                    <a:pt x="1824147" y="3136598"/>
                  </a:cubicBezTo>
                  <a:cubicBezTo>
                    <a:pt x="1810688" y="3326144"/>
                    <a:pt x="1736468" y="3501534"/>
                    <a:pt x="1658324" y="3673617"/>
                  </a:cubicBezTo>
                  <a:cubicBezTo>
                    <a:pt x="1642628" y="3708239"/>
                    <a:pt x="1630836" y="3750810"/>
                    <a:pt x="1554071" y="3767662"/>
                  </a:cubicBezTo>
                  <a:cubicBezTo>
                    <a:pt x="1566611" y="3656622"/>
                    <a:pt x="1578354" y="3554737"/>
                    <a:pt x="1578226" y="3453444"/>
                  </a:cubicBezTo>
                  <a:cubicBezTo>
                    <a:pt x="1578103" y="3345803"/>
                    <a:pt x="1598732" y="3238165"/>
                    <a:pt x="1610923" y="3126446"/>
                  </a:cubicBezTo>
                  <a:cubicBezTo>
                    <a:pt x="1585291" y="3150379"/>
                    <a:pt x="1565121" y="3181290"/>
                    <a:pt x="1536984" y="3193645"/>
                  </a:cubicBezTo>
                  <a:cubicBezTo>
                    <a:pt x="1442310" y="3235448"/>
                    <a:pt x="1422835" y="3321914"/>
                    <a:pt x="1400754" y="3407314"/>
                  </a:cubicBezTo>
                  <a:cubicBezTo>
                    <a:pt x="1389714" y="3450014"/>
                    <a:pt x="1385791" y="3494556"/>
                    <a:pt x="1379062" y="3538306"/>
                  </a:cubicBezTo>
                  <a:cubicBezTo>
                    <a:pt x="1351281" y="3715636"/>
                    <a:pt x="1249734" y="3848084"/>
                    <a:pt x="1121611" y="3964817"/>
                  </a:cubicBezTo>
                  <a:cubicBezTo>
                    <a:pt x="1118160" y="3967785"/>
                    <a:pt x="1108219" y="3963445"/>
                    <a:pt x="1086825" y="3960854"/>
                  </a:cubicBezTo>
                  <a:cubicBezTo>
                    <a:pt x="1109340" y="3884664"/>
                    <a:pt x="1134952" y="3811176"/>
                    <a:pt x="1151742" y="3735862"/>
                  </a:cubicBezTo>
                  <a:cubicBezTo>
                    <a:pt x="1170039" y="3654458"/>
                    <a:pt x="1180468" y="3571082"/>
                    <a:pt x="1198823" y="3461351"/>
                  </a:cubicBezTo>
                  <a:cubicBezTo>
                    <a:pt x="1131843" y="3521384"/>
                    <a:pt x="1085389" y="3565587"/>
                    <a:pt x="1036110" y="3607292"/>
                  </a:cubicBezTo>
                  <a:cubicBezTo>
                    <a:pt x="944254" y="3685041"/>
                    <a:pt x="873950" y="3774388"/>
                    <a:pt x="835057" y="3891895"/>
                  </a:cubicBezTo>
                  <a:cubicBezTo>
                    <a:pt x="801460" y="3992969"/>
                    <a:pt x="734225" y="4075256"/>
                    <a:pt x="643745" y="4154015"/>
                  </a:cubicBezTo>
                  <a:cubicBezTo>
                    <a:pt x="604980" y="4045929"/>
                    <a:pt x="660132" y="3950107"/>
                    <a:pt x="645644" y="3839533"/>
                  </a:cubicBezTo>
                  <a:cubicBezTo>
                    <a:pt x="546824" y="3930796"/>
                    <a:pt x="458287" y="4012675"/>
                    <a:pt x="369474" y="4094353"/>
                  </a:cubicBezTo>
                  <a:cubicBezTo>
                    <a:pt x="290467" y="4166721"/>
                    <a:pt x="213733" y="4241183"/>
                    <a:pt x="131407" y="4309419"/>
                  </a:cubicBezTo>
                  <a:cubicBezTo>
                    <a:pt x="74675" y="4356657"/>
                    <a:pt x="55414" y="4348857"/>
                    <a:pt x="0" y="4275538"/>
                  </a:cubicBezTo>
                  <a:cubicBezTo>
                    <a:pt x="56778" y="4164821"/>
                    <a:pt x="128046" y="4062631"/>
                    <a:pt x="220770" y="3976206"/>
                  </a:cubicBezTo>
                  <a:cubicBezTo>
                    <a:pt x="318433" y="3885365"/>
                    <a:pt x="417231" y="3798745"/>
                    <a:pt x="552175" y="3763240"/>
                  </a:cubicBezTo>
                  <a:cubicBezTo>
                    <a:pt x="636669" y="3741057"/>
                    <a:pt x="719208" y="3707698"/>
                    <a:pt x="799546" y="3672723"/>
                  </a:cubicBezTo>
                  <a:cubicBezTo>
                    <a:pt x="841009" y="3654916"/>
                    <a:pt x="876116" y="3622699"/>
                    <a:pt x="929004" y="3587034"/>
                  </a:cubicBezTo>
                  <a:cubicBezTo>
                    <a:pt x="640504" y="3565188"/>
                    <a:pt x="517224" y="3531776"/>
                    <a:pt x="467968" y="3466793"/>
                  </a:cubicBezTo>
                  <a:cubicBezTo>
                    <a:pt x="682592" y="3269225"/>
                    <a:pt x="921368" y="3288413"/>
                    <a:pt x="1175697" y="3394819"/>
                  </a:cubicBezTo>
                  <a:cubicBezTo>
                    <a:pt x="1231806" y="3346700"/>
                    <a:pt x="1288593" y="3298233"/>
                    <a:pt x="1357224" y="3239412"/>
                  </a:cubicBezTo>
                  <a:cubicBezTo>
                    <a:pt x="1174440" y="3180912"/>
                    <a:pt x="1007562" y="3149765"/>
                    <a:pt x="828818" y="3160711"/>
                  </a:cubicBezTo>
                  <a:cubicBezTo>
                    <a:pt x="859013" y="3094823"/>
                    <a:pt x="939993" y="3035337"/>
                    <a:pt x="1025214" y="2997175"/>
                  </a:cubicBezTo>
                  <a:cubicBezTo>
                    <a:pt x="1218086" y="2911077"/>
                    <a:pt x="1399463" y="2938056"/>
                    <a:pt x="1571266" y="3058777"/>
                  </a:cubicBezTo>
                  <a:cubicBezTo>
                    <a:pt x="1704503" y="2948342"/>
                    <a:pt x="1830361" y="2843917"/>
                    <a:pt x="1970097" y="2728096"/>
                  </a:cubicBezTo>
                  <a:cubicBezTo>
                    <a:pt x="1821161" y="2702508"/>
                    <a:pt x="1694953" y="2683458"/>
                    <a:pt x="1569373" y="2658942"/>
                  </a:cubicBezTo>
                  <a:cubicBezTo>
                    <a:pt x="1502685" y="2645936"/>
                    <a:pt x="1439977" y="2635009"/>
                    <a:pt x="1375822" y="2670442"/>
                  </a:cubicBezTo>
                  <a:cubicBezTo>
                    <a:pt x="1358714" y="2679891"/>
                    <a:pt x="1331381" y="2670395"/>
                    <a:pt x="1294025" y="2668776"/>
                  </a:cubicBezTo>
                  <a:cubicBezTo>
                    <a:pt x="1355359" y="2549551"/>
                    <a:pt x="1456635" y="2512597"/>
                    <a:pt x="1552392" y="2469896"/>
                  </a:cubicBezTo>
                  <a:cubicBezTo>
                    <a:pt x="1773126" y="2371242"/>
                    <a:pt x="1982653" y="2393921"/>
                    <a:pt x="2182140" y="2545568"/>
                  </a:cubicBezTo>
                  <a:cubicBezTo>
                    <a:pt x="2281884" y="2444400"/>
                    <a:pt x="2374872" y="2350123"/>
                    <a:pt x="2484550" y="2238892"/>
                  </a:cubicBezTo>
                  <a:cubicBezTo>
                    <a:pt x="2383516" y="2245536"/>
                    <a:pt x="2310848" y="2255660"/>
                    <a:pt x="2238060" y="2253839"/>
                  </a:cubicBezTo>
                  <a:cubicBezTo>
                    <a:pt x="2057181" y="2249243"/>
                    <a:pt x="1876671" y="2240686"/>
                    <a:pt x="1700354" y="2296180"/>
                  </a:cubicBezTo>
                  <a:cubicBezTo>
                    <a:pt x="1681708" y="2301958"/>
                    <a:pt x="1657350" y="2289567"/>
                    <a:pt x="1620694" y="2282960"/>
                  </a:cubicBezTo>
                  <a:cubicBezTo>
                    <a:pt x="1675304" y="2201136"/>
                    <a:pt x="1738031" y="2159573"/>
                    <a:pt x="1809541" y="2129120"/>
                  </a:cubicBezTo>
                  <a:cubicBezTo>
                    <a:pt x="2034053" y="2032818"/>
                    <a:pt x="2262854" y="1969306"/>
                    <a:pt x="2509155" y="2037634"/>
                  </a:cubicBezTo>
                  <a:cubicBezTo>
                    <a:pt x="2533866" y="2044357"/>
                    <a:pt x="2560542" y="2049560"/>
                    <a:pt x="2585773" y="2046926"/>
                  </a:cubicBezTo>
                  <a:cubicBezTo>
                    <a:pt x="2621574" y="2043167"/>
                    <a:pt x="2664566" y="2041726"/>
                    <a:pt x="2690306" y="2021682"/>
                  </a:cubicBezTo>
                  <a:cubicBezTo>
                    <a:pt x="2764000" y="1964041"/>
                    <a:pt x="2826712" y="1893675"/>
                    <a:pt x="2891381" y="1807385"/>
                  </a:cubicBezTo>
                  <a:cubicBezTo>
                    <a:pt x="2794930" y="1821629"/>
                    <a:pt x="2715598" y="1834480"/>
                    <a:pt x="2635902" y="1844944"/>
                  </a:cubicBezTo>
                  <a:cubicBezTo>
                    <a:pt x="2417127" y="1873479"/>
                    <a:pt x="2194167" y="1879462"/>
                    <a:pt x="1987437" y="1972315"/>
                  </a:cubicBezTo>
                  <a:cubicBezTo>
                    <a:pt x="1969632" y="1980406"/>
                    <a:pt x="1943731" y="1970692"/>
                    <a:pt x="1912448" y="1968878"/>
                  </a:cubicBezTo>
                  <a:cubicBezTo>
                    <a:pt x="1924394" y="1941664"/>
                    <a:pt x="1927029" y="1925393"/>
                    <a:pt x="1936357" y="1916156"/>
                  </a:cubicBezTo>
                  <a:cubicBezTo>
                    <a:pt x="2138283" y="1718573"/>
                    <a:pt x="2367195" y="1577657"/>
                    <a:pt x="2663656" y="1603657"/>
                  </a:cubicBezTo>
                  <a:cubicBezTo>
                    <a:pt x="2764811" y="1612557"/>
                    <a:pt x="2863437" y="1606739"/>
                    <a:pt x="2961282" y="1590878"/>
                  </a:cubicBezTo>
                  <a:close/>
                  <a:moveTo>
                    <a:pt x="3027835" y="1091533"/>
                  </a:moveTo>
                  <a:lnTo>
                    <a:pt x="3027835" y="1354009"/>
                  </a:lnTo>
                  <a:lnTo>
                    <a:pt x="2911954" y="1374296"/>
                  </a:lnTo>
                  <a:cubicBezTo>
                    <a:pt x="2861009" y="1381094"/>
                    <a:pt x="2809696" y="1386292"/>
                    <a:pt x="2758325" y="1391210"/>
                  </a:cubicBezTo>
                  <a:cubicBezTo>
                    <a:pt x="2587009" y="1407613"/>
                    <a:pt x="2422083" y="1441838"/>
                    <a:pt x="2287151" y="1560344"/>
                  </a:cubicBezTo>
                  <a:cubicBezTo>
                    <a:pt x="2277677" y="1568626"/>
                    <a:pt x="2261786" y="1570077"/>
                    <a:pt x="2241378" y="1577101"/>
                  </a:cubicBezTo>
                  <a:cubicBezTo>
                    <a:pt x="2212898" y="1480383"/>
                    <a:pt x="2272148" y="1425680"/>
                    <a:pt x="2325709" y="1375265"/>
                  </a:cubicBezTo>
                  <a:cubicBezTo>
                    <a:pt x="2368179" y="1335333"/>
                    <a:pt x="2421961" y="1307099"/>
                    <a:pt x="2472240" y="1276715"/>
                  </a:cubicBezTo>
                  <a:cubicBezTo>
                    <a:pt x="2611928" y="1191660"/>
                    <a:pt x="2759604" y="1133674"/>
                    <a:pt x="2917220" y="1104724"/>
                  </a:cubicBezTo>
                  <a:close/>
                  <a:moveTo>
                    <a:pt x="3027835" y="608020"/>
                  </a:moveTo>
                  <a:lnTo>
                    <a:pt x="3027835" y="871290"/>
                  </a:lnTo>
                  <a:lnTo>
                    <a:pt x="2823268" y="903289"/>
                  </a:lnTo>
                  <a:cubicBezTo>
                    <a:pt x="2703617" y="925472"/>
                    <a:pt x="2588686" y="968905"/>
                    <a:pt x="2497904" y="1058451"/>
                  </a:cubicBezTo>
                  <a:cubicBezTo>
                    <a:pt x="2480533" y="1075752"/>
                    <a:pt x="2452271" y="1082511"/>
                    <a:pt x="2426464" y="1095730"/>
                  </a:cubicBezTo>
                  <a:cubicBezTo>
                    <a:pt x="2420370" y="1073468"/>
                    <a:pt x="2415238" y="1065463"/>
                    <a:pt x="2417297" y="1059778"/>
                  </a:cubicBezTo>
                  <a:cubicBezTo>
                    <a:pt x="2421803" y="1046151"/>
                    <a:pt x="2427464" y="1032103"/>
                    <a:pt x="2435949" y="1020554"/>
                  </a:cubicBezTo>
                  <a:cubicBezTo>
                    <a:pt x="2552267" y="863390"/>
                    <a:pt x="2699750" y="743944"/>
                    <a:pt x="2873962" y="655569"/>
                  </a:cubicBezTo>
                  <a:cubicBezTo>
                    <a:pt x="2913491" y="635494"/>
                    <a:pt x="2953584" y="621497"/>
                    <a:pt x="2994046" y="612203"/>
                  </a:cubicBezTo>
                  <a:close/>
                  <a:moveTo>
                    <a:pt x="3027835" y="249929"/>
                  </a:moveTo>
                  <a:lnTo>
                    <a:pt x="3027835" y="396832"/>
                  </a:lnTo>
                  <a:lnTo>
                    <a:pt x="3019187" y="398490"/>
                  </a:lnTo>
                  <a:cubicBezTo>
                    <a:pt x="2928684" y="421789"/>
                    <a:pt x="2845424" y="462795"/>
                    <a:pt x="2774694" y="531824"/>
                  </a:cubicBezTo>
                  <a:cubicBezTo>
                    <a:pt x="2762998" y="543131"/>
                    <a:pt x="2738612" y="541729"/>
                    <a:pt x="2720297" y="546480"/>
                  </a:cubicBezTo>
                  <a:cubicBezTo>
                    <a:pt x="2715256" y="540659"/>
                    <a:pt x="2710214" y="534838"/>
                    <a:pt x="2705172" y="529016"/>
                  </a:cubicBezTo>
                  <a:cubicBezTo>
                    <a:pt x="2726223" y="497482"/>
                    <a:pt x="2741187" y="458089"/>
                    <a:pt x="2769368" y="436451"/>
                  </a:cubicBezTo>
                  <a:cubicBezTo>
                    <a:pt x="2823463" y="395109"/>
                    <a:pt x="2877590" y="353579"/>
                    <a:pt x="2932748" y="313600"/>
                  </a:cubicBezTo>
                  <a:close/>
                  <a:moveTo>
                    <a:pt x="3027835" y="0"/>
                  </a:moveTo>
                  <a:lnTo>
                    <a:pt x="3027835" y="137269"/>
                  </a:lnTo>
                  <a:lnTo>
                    <a:pt x="2989957" y="159851"/>
                  </a:lnTo>
                  <a:cubicBezTo>
                    <a:pt x="2975179" y="170164"/>
                    <a:pt x="2948964" y="163183"/>
                    <a:pt x="2910686" y="165123"/>
                  </a:cubicBezTo>
                  <a:cubicBezTo>
                    <a:pt x="2933762" y="124491"/>
                    <a:pt x="2943559" y="100779"/>
                    <a:pt x="2958656" y="81384"/>
                  </a:cubicBezTo>
                  <a:cubicBezTo>
                    <a:pt x="2980771" y="53014"/>
                    <a:pt x="3003627" y="26048"/>
                    <a:pt x="3027271" y="554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Titel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75BC41E0-D44A-D8E0-DC48-F6520F28F7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2"/>
            <a:ext cx="3364992" cy="3904488"/>
          </a:xfrm>
        </p:spPr>
        <p:txBody>
          <a:bodyPr rtlCol="0">
            <a:normAutofit/>
          </a:bodyPr>
          <a:lstStyle>
            <a:lvl1pPr marL="228600" indent="-228600">
              <a:buFont typeface="+mj-lt"/>
              <a:buAutoNum type="arabicPeriod"/>
              <a:defRPr lang="de-DE" sz="2000"/>
            </a:lvl1pPr>
            <a:lvl2pPr marL="685800" indent="-457200">
              <a:spcBef>
                <a:spcPts val="1000"/>
              </a:spcBef>
              <a:buFont typeface="+mj-lt"/>
              <a:buAutoNum type="alphaLcPeriod"/>
              <a:defRPr lang="de-DE" sz="2000"/>
            </a:lvl2pPr>
            <a:lvl3pPr marL="914400" indent="-457200">
              <a:spcBef>
                <a:spcPts val="1000"/>
              </a:spcBef>
              <a:buFont typeface="+mj-lt"/>
              <a:buAutoNum type="arabicParenR"/>
              <a:defRPr lang="de-DE" sz="2000"/>
            </a:lvl3pPr>
            <a:lvl4pPr marL="1143000" indent="-457200">
              <a:spcBef>
                <a:spcPts val="1000"/>
              </a:spcBef>
              <a:buFont typeface="+mj-lt"/>
              <a:buAutoNum type="alphaLcParenR"/>
              <a:defRPr lang="de-DE" sz="2000"/>
            </a:lvl4pPr>
            <a:lvl5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25E9E434-8C66-15D8-D6B1-5DBED995F9B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43451" y="2039112"/>
            <a:ext cx="6537960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BFE17F0-931A-B121-FFD2-AF3DBB5D6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7163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inhalt und Bil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EB31668E-263B-8FB1-9DBB-25F22BB44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303817" cy="6100294"/>
          </a:xfrm>
          <a:custGeom>
            <a:avLst/>
            <a:gdLst>
              <a:gd name="connsiteX0" fmla="*/ 0 w 4303817"/>
              <a:gd name="connsiteY0" fmla="*/ 0 h 6100294"/>
              <a:gd name="connsiteX1" fmla="*/ 4228398 w 4303817"/>
              <a:gd name="connsiteY1" fmla="*/ 0 h 6100294"/>
              <a:gd name="connsiteX2" fmla="*/ 4229446 w 4303817"/>
              <a:gd name="connsiteY2" fmla="*/ 3967 h 6100294"/>
              <a:gd name="connsiteX3" fmla="*/ 1077531 w 4303817"/>
              <a:gd name="connsiteY3" fmla="*/ 5738774 h 6100294"/>
              <a:gd name="connsiteX4" fmla="*/ 4752 w 4303817"/>
              <a:gd name="connsiteY4" fmla="*/ 6100294 h 6100294"/>
              <a:gd name="connsiteX5" fmla="*/ 0 w 4303817"/>
              <a:gd name="connsiteY5" fmla="*/ 6100220 h 6100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3817" h="6100294">
                <a:moveTo>
                  <a:pt x="0" y="0"/>
                </a:moveTo>
                <a:lnTo>
                  <a:pt x="4228398" y="0"/>
                </a:lnTo>
                <a:lnTo>
                  <a:pt x="4229446" y="3967"/>
                </a:lnTo>
                <a:cubicBezTo>
                  <a:pt x="4705210" y="2114652"/>
                  <a:pt x="2809371" y="4773411"/>
                  <a:pt x="1077531" y="5738774"/>
                </a:cubicBezTo>
                <a:cubicBezTo>
                  <a:pt x="852198" y="5864379"/>
                  <a:pt x="435304" y="6090896"/>
                  <a:pt x="4752" y="6100294"/>
                </a:cubicBezTo>
                <a:lnTo>
                  <a:pt x="0" y="6100220"/>
                </a:lnTo>
                <a:close/>
              </a:path>
            </a:pathLst>
          </a:custGeom>
          <a:solidFill>
            <a:schemeClr val="accent4">
              <a:alpha val="25000"/>
            </a:schemeClr>
          </a:solidFill>
          <a:ln w="207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 29">
            <a:extLst>
              <a:ext uri="{FF2B5EF4-FFF2-40B4-BE49-F238E27FC236}">
                <a16:creationId xmlns:a16="http://schemas.microsoft.com/office/drawing/2014/main" id="{0972DA96-A413-EF87-50D3-D8EF54FD9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072129" y="3184875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2A01A65B-D54F-AD53-7320-5D272BEC11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5650992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724DBE4-044A-67D8-93C0-EB245AFBB29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3125" y="-20757"/>
            <a:ext cx="4589511" cy="6555026"/>
          </a:xfrm>
          <a:custGeom>
            <a:avLst/>
            <a:gdLst>
              <a:gd name="connsiteX0" fmla="*/ 0 w 4573588"/>
              <a:gd name="connsiteY0" fmla="*/ 3278407 h 6556813"/>
              <a:gd name="connsiteX1" fmla="*/ 2286794 w 4573588"/>
              <a:gd name="connsiteY1" fmla="*/ 0 h 6556813"/>
              <a:gd name="connsiteX2" fmla="*/ 4573588 w 4573588"/>
              <a:gd name="connsiteY2" fmla="*/ 3278407 h 6556813"/>
              <a:gd name="connsiteX3" fmla="*/ 2286794 w 4573588"/>
              <a:gd name="connsiteY3" fmla="*/ 6556814 h 6556813"/>
              <a:gd name="connsiteX4" fmla="*/ 0 w 4573588"/>
              <a:gd name="connsiteY4" fmla="*/ 3278407 h 6556813"/>
              <a:gd name="connsiteX0" fmla="*/ 3943 w 4577531"/>
              <a:gd name="connsiteY0" fmla="*/ 3278407 h 6556814"/>
              <a:gd name="connsiteX1" fmla="*/ 1909737 w 4577531"/>
              <a:gd name="connsiteY1" fmla="*/ 0 h 6556814"/>
              <a:gd name="connsiteX2" fmla="*/ 4577531 w 4577531"/>
              <a:gd name="connsiteY2" fmla="*/ 3278407 h 6556814"/>
              <a:gd name="connsiteX3" fmla="*/ 2290737 w 4577531"/>
              <a:gd name="connsiteY3" fmla="*/ 6556814 h 6556814"/>
              <a:gd name="connsiteX4" fmla="*/ 3943 w 4577531"/>
              <a:gd name="connsiteY4" fmla="*/ 3278407 h 6556814"/>
              <a:gd name="connsiteX0" fmla="*/ 2372 w 4749832"/>
              <a:gd name="connsiteY0" fmla="*/ 3670402 h 6948809"/>
              <a:gd name="connsiteX1" fmla="*/ 1908166 w 4749832"/>
              <a:gd name="connsiteY1" fmla="*/ 391995 h 6948809"/>
              <a:gd name="connsiteX2" fmla="*/ 4460073 w 4749832"/>
              <a:gd name="connsiteY2" fmla="*/ 424182 h 6948809"/>
              <a:gd name="connsiteX3" fmla="*/ 4575960 w 4749832"/>
              <a:gd name="connsiteY3" fmla="*/ 3670402 h 6948809"/>
              <a:gd name="connsiteX4" fmla="*/ 2289166 w 4749832"/>
              <a:gd name="connsiteY4" fmla="*/ 6948809 h 6948809"/>
              <a:gd name="connsiteX5" fmla="*/ 2372 w 4749832"/>
              <a:gd name="connsiteY5" fmla="*/ 3670402 h 6948809"/>
              <a:gd name="connsiteX0" fmla="*/ 2372 w 4749832"/>
              <a:gd name="connsiteY0" fmla="*/ 3515592 h 6793999"/>
              <a:gd name="connsiteX1" fmla="*/ 1908166 w 4749832"/>
              <a:gd name="connsiteY1" fmla="*/ 237185 h 6793999"/>
              <a:gd name="connsiteX2" fmla="*/ 4460073 w 4749832"/>
              <a:gd name="connsiteY2" fmla="*/ 269372 h 6793999"/>
              <a:gd name="connsiteX3" fmla="*/ 4575960 w 4749832"/>
              <a:gd name="connsiteY3" fmla="*/ 3515592 h 6793999"/>
              <a:gd name="connsiteX4" fmla="*/ 2289166 w 4749832"/>
              <a:gd name="connsiteY4" fmla="*/ 6793999 h 6793999"/>
              <a:gd name="connsiteX5" fmla="*/ 2372 w 4749832"/>
              <a:gd name="connsiteY5" fmla="*/ 3515592 h 679399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2433 w 4711793"/>
              <a:gd name="connsiteY0" fmla="*/ 4771380 h 6899113"/>
              <a:gd name="connsiteX1" fmla="*/ 1870127 w 4711793"/>
              <a:gd name="connsiteY1" fmla="*/ 321398 h 6899113"/>
              <a:gd name="connsiteX2" fmla="*/ 4422034 w 4711793"/>
              <a:gd name="connsiteY2" fmla="*/ 353585 h 6899113"/>
              <a:gd name="connsiteX3" fmla="*/ 4537921 w 4711793"/>
              <a:gd name="connsiteY3" fmla="*/ 3599805 h 6899113"/>
              <a:gd name="connsiteX4" fmla="*/ 2251127 w 4711793"/>
              <a:gd name="connsiteY4" fmla="*/ 6878212 h 6899113"/>
              <a:gd name="connsiteX5" fmla="*/ 2433 w 4711793"/>
              <a:gd name="connsiteY5" fmla="*/ 4771380 h 6899113"/>
              <a:gd name="connsiteX0" fmla="*/ 2433 w 4711793"/>
              <a:gd name="connsiteY0" fmla="*/ 4736101 h 6863719"/>
              <a:gd name="connsiteX1" fmla="*/ 1870127 w 4711793"/>
              <a:gd name="connsiteY1" fmla="*/ 333744 h 6863719"/>
              <a:gd name="connsiteX2" fmla="*/ 4422034 w 4711793"/>
              <a:gd name="connsiteY2" fmla="*/ 318306 h 6863719"/>
              <a:gd name="connsiteX3" fmla="*/ 4537921 w 4711793"/>
              <a:gd name="connsiteY3" fmla="*/ 3564526 h 6863719"/>
              <a:gd name="connsiteX4" fmla="*/ 2251127 w 4711793"/>
              <a:gd name="connsiteY4" fmla="*/ 6842933 h 6863719"/>
              <a:gd name="connsiteX5" fmla="*/ 2433 w 4711793"/>
              <a:gd name="connsiteY5" fmla="*/ 4736101 h 6863719"/>
              <a:gd name="connsiteX0" fmla="*/ 2995 w 4712355"/>
              <a:gd name="connsiteY0" fmla="*/ 4417795 h 6545413"/>
              <a:gd name="connsiteX1" fmla="*/ 1870689 w 4712355"/>
              <a:gd name="connsiteY1" fmla="*/ 15438 h 6545413"/>
              <a:gd name="connsiteX2" fmla="*/ 4422596 w 4712355"/>
              <a:gd name="connsiteY2" fmla="*/ 0 h 6545413"/>
              <a:gd name="connsiteX3" fmla="*/ 4538483 w 4712355"/>
              <a:gd name="connsiteY3" fmla="*/ 3246220 h 6545413"/>
              <a:gd name="connsiteX4" fmla="*/ 2251689 w 4712355"/>
              <a:gd name="connsiteY4" fmla="*/ 6524627 h 6545413"/>
              <a:gd name="connsiteX5" fmla="*/ 2995 w 4712355"/>
              <a:gd name="connsiteY5" fmla="*/ 4417795 h 6545413"/>
              <a:gd name="connsiteX0" fmla="*/ 3403 w 4712763"/>
              <a:gd name="connsiteY0" fmla="*/ 4724021 h 6851639"/>
              <a:gd name="connsiteX1" fmla="*/ 1871097 w 4712763"/>
              <a:gd name="connsiteY1" fmla="*/ 321664 h 6851639"/>
              <a:gd name="connsiteX2" fmla="*/ 4423004 w 4712763"/>
              <a:gd name="connsiteY2" fmla="*/ 306226 h 6851639"/>
              <a:gd name="connsiteX3" fmla="*/ 4538891 w 4712763"/>
              <a:gd name="connsiteY3" fmla="*/ 3552446 h 6851639"/>
              <a:gd name="connsiteX4" fmla="*/ 2252097 w 4712763"/>
              <a:gd name="connsiteY4" fmla="*/ 6830853 h 6851639"/>
              <a:gd name="connsiteX5" fmla="*/ 3403 w 4712763"/>
              <a:gd name="connsiteY5" fmla="*/ 4724021 h 6851639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12060 w 4721420"/>
              <a:gd name="connsiteY0" fmla="*/ 4417795 h 6545413"/>
              <a:gd name="connsiteX1" fmla="*/ 1879754 w 4721420"/>
              <a:gd name="connsiteY1" fmla="*/ 15438 h 6545413"/>
              <a:gd name="connsiteX2" fmla="*/ 4431661 w 4721420"/>
              <a:gd name="connsiteY2" fmla="*/ 0 h 6545413"/>
              <a:gd name="connsiteX3" fmla="*/ 4547548 w 4721420"/>
              <a:gd name="connsiteY3" fmla="*/ 3246220 h 6545413"/>
              <a:gd name="connsiteX4" fmla="*/ 2260754 w 4721420"/>
              <a:gd name="connsiteY4" fmla="*/ 6524627 h 6545413"/>
              <a:gd name="connsiteX5" fmla="*/ 12060 w 4721420"/>
              <a:gd name="connsiteY5" fmla="*/ 4417795 h 6545413"/>
              <a:gd name="connsiteX0" fmla="*/ 17431 w 4726791"/>
              <a:gd name="connsiteY0" fmla="*/ 4417795 h 6545976"/>
              <a:gd name="connsiteX1" fmla="*/ 1885125 w 4726791"/>
              <a:gd name="connsiteY1" fmla="*/ 15438 h 6545976"/>
              <a:gd name="connsiteX2" fmla="*/ 4437032 w 4726791"/>
              <a:gd name="connsiteY2" fmla="*/ 0 h 6545976"/>
              <a:gd name="connsiteX3" fmla="*/ 4552919 w 4726791"/>
              <a:gd name="connsiteY3" fmla="*/ 3246220 h 6545976"/>
              <a:gd name="connsiteX4" fmla="*/ 2266125 w 4726791"/>
              <a:gd name="connsiteY4" fmla="*/ 6524627 h 6545976"/>
              <a:gd name="connsiteX5" fmla="*/ 17431 w 4726791"/>
              <a:gd name="connsiteY5" fmla="*/ 4417795 h 6545976"/>
              <a:gd name="connsiteX0" fmla="*/ 32352 w 4741712"/>
              <a:gd name="connsiteY0" fmla="*/ 4417795 h 6542761"/>
              <a:gd name="connsiteX1" fmla="*/ 1900046 w 4741712"/>
              <a:gd name="connsiteY1" fmla="*/ 15438 h 6542761"/>
              <a:gd name="connsiteX2" fmla="*/ 4451953 w 4741712"/>
              <a:gd name="connsiteY2" fmla="*/ 0 h 6542761"/>
              <a:gd name="connsiteX3" fmla="*/ 4567840 w 4741712"/>
              <a:gd name="connsiteY3" fmla="*/ 3246220 h 6542761"/>
              <a:gd name="connsiteX4" fmla="*/ 2281046 w 4741712"/>
              <a:gd name="connsiteY4" fmla="*/ 6524627 h 6542761"/>
              <a:gd name="connsiteX5" fmla="*/ 32352 w 4741712"/>
              <a:gd name="connsiteY5" fmla="*/ 4417795 h 6542761"/>
              <a:gd name="connsiteX0" fmla="*/ 29235 w 4738595"/>
              <a:gd name="connsiteY0" fmla="*/ 4417795 h 6545413"/>
              <a:gd name="connsiteX1" fmla="*/ 1896929 w 4738595"/>
              <a:gd name="connsiteY1" fmla="*/ 15438 h 6545413"/>
              <a:gd name="connsiteX2" fmla="*/ 4448836 w 4738595"/>
              <a:gd name="connsiteY2" fmla="*/ 0 h 6545413"/>
              <a:gd name="connsiteX3" fmla="*/ 4564723 w 4738595"/>
              <a:gd name="connsiteY3" fmla="*/ 3246220 h 6545413"/>
              <a:gd name="connsiteX4" fmla="*/ 2620829 w 4738595"/>
              <a:gd name="connsiteY4" fmla="*/ 6524627 h 6545413"/>
              <a:gd name="connsiteX5" fmla="*/ 29235 w 4738595"/>
              <a:gd name="connsiteY5" fmla="*/ 4417795 h 6545413"/>
              <a:gd name="connsiteX0" fmla="*/ 23668 w 4733028"/>
              <a:gd name="connsiteY0" fmla="*/ 4417795 h 6545413"/>
              <a:gd name="connsiteX1" fmla="*/ 1891362 w 4733028"/>
              <a:gd name="connsiteY1" fmla="*/ 15438 h 6545413"/>
              <a:gd name="connsiteX2" fmla="*/ 4443269 w 4733028"/>
              <a:gd name="connsiteY2" fmla="*/ 0 h 6545413"/>
              <a:gd name="connsiteX3" fmla="*/ 4559156 w 4733028"/>
              <a:gd name="connsiteY3" fmla="*/ 3246220 h 6545413"/>
              <a:gd name="connsiteX4" fmla="*/ 2615262 w 4733028"/>
              <a:gd name="connsiteY4" fmla="*/ 6524627 h 6545413"/>
              <a:gd name="connsiteX5" fmla="*/ 23668 w 4733028"/>
              <a:gd name="connsiteY5" fmla="*/ 4417795 h 6545413"/>
              <a:gd name="connsiteX0" fmla="*/ 4994 w 4714354"/>
              <a:gd name="connsiteY0" fmla="*/ 4417795 h 6549476"/>
              <a:gd name="connsiteX1" fmla="*/ 1872688 w 4714354"/>
              <a:gd name="connsiteY1" fmla="*/ 15438 h 6549476"/>
              <a:gd name="connsiteX2" fmla="*/ 4424595 w 4714354"/>
              <a:gd name="connsiteY2" fmla="*/ 0 h 6549476"/>
              <a:gd name="connsiteX3" fmla="*/ 4540482 w 4714354"/>
              <a:gd name="connsiteY3" fmla="*/ 3246220 h 6549476"/>
              <a:gd name="connsiteX4" fmla="*/ 2596588 w 4714354"/>
              <a:gd name="connsiteY4" fmla="*/ 6524627 h 6549476"/>
              <a:gd name="connsiteX5" fmla="*/ 4994 w 4714354"/>
              <a:gd name="connsiteY5" fmla="*/ 4417795 h 6549476"/>
              <a:gd name="connsiteX0" fmla="*/ 26445 w 4735805"/>
              <a:gd name="connsiteY0" fmla="*/ 4417795 h 6543881"/>
              <a:gd name="connsiteX1" fmla="*/ 1894139 w 4735805"/>
              <a:gd name="connsiteY1" fmla="*/ 15438 h 6543881"/>
              <a:gd name="connsiteX2" fmla="*/ 4446046 w 4735805"/>
              <a:gd name="connsiteY2" fmla="*/ 0 h 6543881"/>
              <a:gd name="connsiteX3" fmla="*/ 4561933 w 4735805"/>
              <a:gd name="connsiteY3" fmla="*/ 3246220 h 6543881"/>
              <a:gd name="connsiteX4" fmla="*/ 2618039 w 4735805"/>
              <a:gd name="connsiteY4" fmla="*/ 6524627 h 6543881"/>
              <a:gd name="connsiteX5" fmla="*/ 26445 w 4735805"/>
              <a:gd name="connsiteY5" fmla="*/ 4417795 h 6543881"/>
              <a:gd name="connsiteX0" fmla="*/ 26445 w 4735805"/>
              <a:gd name="connsiteY0" fmla="*/ 4417795 h 6524810"/>
              <a:gd name="connsiteX1" fmla="*/ 1894139 w 4735805"/>
              <a:gd name="connsiteY1" fmla="*/ 15438 h 6524810"/>
              <a:gd name="connsiteX2" fmla="*/ 4446046 w 4735805"/>
              <a:gd name="connsiteY2" fmla="*/ 0 h 6524810"/>
              <a:gd name="connsiteX3" fmla="*/ 4561933 w 4735805"/>
              <a:gd name="connsiteY3" fmla="*/ 3246220 h 6524810"/>
              <a:gd name="connsiteX4" fmla="*/ 2618039 w 4735805"/>
              <a:gd name="connsiteY4" fmla="*/ 6524627 h 6524810"/>
              <a:gd name="connsiteX5" fmla="*/ 26445 w 4735805"/>
              <a:gd name="connsiteY5" fmla="*/ 4417795 h 6524810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681167"/>
              <a:gd name="connsiteY0" fmla="*/ 4417795 h 6610217"/>
              <a:gd name="connsiteX1" fmla="*/ 1894139 w 4681167"/>
              <a:gd name="connsiteY1" fmla="*/ 15438 h 6610217"/>
              <a:gd name="connsiteX2" fmla="*/ 4446046 w 4681167"/>
              <a:gd name="connsiteY2" fmla="*/ 0 h 6610217"/>
              <a:gd name="connsiteX3" fmla="*/ 4504783 w 4681167"/>
              <a:gd name="connsiteY3" fmla="*/ 5627470 h 6610217"/>
              <a:gd name="connsiteX4" fmla="*/ 2618039 w 4681167"/>
              <a:gd name="connsiteY4" fmla="*/ 6524627 h 6610217"/>
              <a:gd name="connsiteX5" fmla="*/ 26445 w 4681167"/>
              <a:gd name="connsiteY5" fmla="*/ 4417795 h 6610217"/>
              <a:gd name="connsiteX0" fmla="*/ 26445 w 4706902"/>
              <a:gd name="connsiteY0" fmla="*/ 4417795 h 6614982"/>
              <a:gd name="connsiteX1" fmla="*/ 1894139 w 4706902"/>
              <a:gd name="connsiteY1" fmla="*/ 15438 h 6614982"/>
              <a:gd name="connsiteX2" fmla="*/ 4446046 w 4706902"/>
              <a:gd name="connsiteY2" fmla="*/ 0 h 6614982"/>
              <a:gd name="connsiteX3" fmla="*/ 4571458 w 4706902"/>
              <a:gd name="connsiteY3" fmla="*/ 5646520 h 6614982"/>
              <a:gd name="connsiteX4" fmla="*/ 2618039 w 4706902"/>
              <a:gd name="connsiteY4" fmla="*/ 6524627 h 6614982"/>
              <a:gd name="connsiteX5" fmla="*/ 26445 w 4706902"/>
              <a:gd name="connsiteY5" fmla="*/ 4417795 h 6614982"/>
              <a:gd name="connsiteX0" fmla="*/ 26445 w 4688588"/>
              <a:gd name="connsiteY0" fmla="*/ 4417795 h 6614982"/>
              <a:gd name="connsiteX1" fmla="*/ 1894139 w 4688588"/>
              <a:gd name="connsiteY1" fmla="*/ 15438 h 6614982"/>
              <a:gd name="connsiteX2" fmla="*/ 4446046 w 4688588"/>
              <a:gd name="connsiteY2" fmla="*/ 0 h 6614982"/>
              <a:gd name="connsiteX3" fmla="*/ 4571458 w 4688588"/>
              <a:gd name="connsiteY3" fmla="*/ 5646520 h 6614982"/>
              <a:gd name="connsiteX4" fmla="*/ 2618039 w 4688588"/>
              <a:gd name="connsiteY4" fmla="*/ 6524627 h 6614982"/>
              <a:gd name="connsiteX5" fmla="*/ 26445 w 4688588"/>
              <a:gd name="connsiteY5" fmla="*/ 4417795 h 6614982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47608 h 6644795"/>
              <a:gd name="connsiteX1" fmla="*/ 1894139 w 4713932"/>
              <a:gd name="connsiteY1" fmla="*/ 45251 h 6644795"/>
              <a:gd name="connsiteX2" fmla="*/ 4446046 w 4713932"/>
              <a:gd name="connsiteY2" fmla="*/ 29813 h 6644795"/>
              <a:gd name="connsiteX3" fmla="*/ 4550821 w 4713932"/>
              <a:gd name="connsiteY3" fmla="*/ 553688 h 6644795"/>
              <a:gd name="connsiteX4" fmla="*/ 4571458 w 4713932"/>
              <a:gd name="connsiteY4" fmla="*/ 5676333 h 6644795"/>
              <a:gd name="connsiteX5" fmla="*/ 2618039 w 4713932"/>
              <a:gd name="connsiteY5" fmla="*/ 6554440 h 6644795"/>
              <a:gd name="connsiteX6" fmla="*/ 26445 w 4713932"/>
              <a:gd name="connsiteY6" fmla="*/ 4447608 h 6644795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5238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28951 h 6626138"/>
              <a:gd name="connsiteX1" fmla="*/ 1894139 w 4713932"/>
              <a:gd name="connsiteY1" fmla="*/ 26594 h 6626138"/>
              <a:gd name="connsiteX2" fmla="*/ 4446046 w 4713932"/>
              <a:gd name="connsiteY2" fmla="*/ 11156 h 6626138"/>
              <a:gd name="connsiteX3" fmla="*/ 4550821 w 4713932"/>
              <a:gd name="connsiteY3" fmla="*/ 128631 h 6626138"/>
              <a:gd name="connsiteX4" fmla="*/ 4571458 w 4713932"/>
              <a:gd name="connsiteY4" fmla="*/ 5657676 h 6626138"/>
              <a:gd name="connsiteX5" fmla="*/ 2618039 w 4713932"/>
              <a:gd name="connsiteY5" fmla="*/ 6535783 h 6626138"/>
              <a:gd name="connsiteX6" fmla="*/ 26445 w 4713932"/>
              <a:gd name="connsiteY6" fmla="*/ 4428951 h 6626138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4604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0032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39546 h 6636733"/>
              <a:gd name="connsiteX1" fmla="*/ 1894139 w 4713932"/>
              <a:gd name="connsiteY1" fmla="*/ 37189 h 6636733"/>
              <a:gd name="connsiteX2" fmla="*/ 4374926 w 4713932"/>
              <a:gd name="connsiteY2" fmla="*/ 1431 h 6636733"/>
              <a:gd name="connsiteX3" fmla="*/ 4550821 w 4713932"/>
              <a:gd name="connsiteY3" fmla="*/ 139226 h 6636733"/>
              <a:gd name="connsiteX4" fmla="*/ 4571458 w 4713932"/>
              <a:gd name="connsiteY4" fmla="*/ 5668271 h 6636733"/>
              <a:gd name="connsiteX5" fmla="*/ 2618039 w 4713932"/>
              <a:gd name="connsiteY5" fmla="*/ 6546378 h 6636733"/>
              <a:gd name="connsiteX6" fmla="*/ 26445 w 4713932"/>
              <a:gd name="connsiteY6" fmla="*/ 4439546 h 6636733"/>
              <a:gd name="connsiteX0" fmla="*/ 26445 w 4713932"/>
              <a:gd name="connsiteY0" fmla="*/ 4439063 h 6636250"/>
              <a:gd name="connsiteX1" fmla="*/ 1894139 w 4713932"/>
              <a:gd name="connsiteY1" fmla="*/ 36706 h 6636250"/>
              <a:gd name="connsiteX2" fmla="*/ 4374926 w 4713932"/>
              <a:gd name="connsiteY2" fmla="*/ 948 h 6636250"/>
              <a:gd name="connsiteX3" fmla="*/ 4550821 w 4713932"/>
              <a:gd name="connsiteY3" fmla="*/ 189543 h 6636250"/>
              <a:gd name="connsiteX4" fmla="*/ 4571458 w 4713932"/>
              <a:gd name="connsiteY4" fmla="*/ 5667788 h 6636250"/>
              <a:gd name="connsiteX5" fmla="*/ 2618039 w 4713932"/>
              <a:gd name="connsiteY5" fmla="*/ 6545895 h 6636250"/>
              <a:gd name="connsiteX6" fmla="*/ 26445 w 4713932"/>
              <a:gd name="connsiteY6" fmla="*/ 4439063 h 6636250"/>
              <a:gd name="connsiteX0" fmla="*/ 21007 w 4708494"/>
              <a:gd name="connsiteY0" fmla="*/ 4439063 h 6636250"/>
              <a:gd name="connsiteX1" fmla="*/ 1919181 w 4708494"/>
              <a:gd name="connsiteY1" fmla="*/ 6226 h 6636250"/>
              <a:gd name="connsiteX2" fmla="*/ 4369488 w 4708494"/>
              <a:gd name="connsiteY2" fmla="*/ 948 h 6636250"/>
              <a:gd name="connsiteX3" fmla="*/ 4545383 w 4708494"/>
              <a:gd name="connsiteY3" fmla="*/ 189543 h 6636250"/>
              <a:gd name="connsiteX4" fmla="*/ 4566020 w 4708494"/>
              <a:gd name="connsiteY4" fmla="*/ 5667788 h 6636250"/>
              <a:gd name="connsiteX5" fmla="*/ 2612601 w 4708494"/>
              <a:gd name="connsiteY5" fmla="*/ 6545895 h 6636250"/>
              <a:gd name="connsiteX6" fmla="*/ 21007 w 4708494"/>
              <a:gd name="connsiteY6" fmla="*/ 4439063 h 6636250"/>
              <a:gd name="connsiteX0" fmla="*/ 19363 w 4706850"/>
              <a:gd name="connsiteY0" fmla="*/ 4448077 h 6645264"/>
              <a:gd name="connsiteX1" fmla="*/ 1937857 w 4706850"/>
              <a:gd name="connsiteY1" fmla="*/ 0 h 6645264"/>
              <a:gd name="connsiteX2" fmla="*/ 4367844 w 4706850"/>
              <a:gd name="connsiteY2" fmla="*/ 9962 h 6645264"/>
              <a:gd name="connsiteX3" fmla="*/ 4543739 w 4706850"/>
              <a:gd name="connsiteY3" fmla="*/ 198557 h 6645264"/>
              <a:gd name="connsiteX4" fmla="*/ 4564376 w 4706850"/>
              <a:gd name="connsiteY4" fmla="*/ 5676802 h 6645264"/>
              <a:gd name="connsiteX5" fmla="*/ 2610957 w 4706850"/>
              <a:gd name="connsiteY5" fmla="*/ 6554909 h 6645264"/>
              <a:gd name="connsiteX6" fmla="*/ 19363 w 4706850"/>
              <a:gd name="connsiteY6" fmla="*/ 4448077 h 6645264"/>
              <a:gd name="connsiteX0" fmla="*/ 17092 w 4704579"/>
              <a:gd name="connsiteY0" fmla="*/ 4448077 h 6645264"/>
              <a:gd name="connsiteX1" fmla="*/ 1935586 w 4704579"/>
              <a:gd name="connsiteY1" fmla="*/ 0 h 6645264"/>
              <a:gd name="connsiteX2" fmla="*/ 4365573 w 4704579"/>
              <a:gd name="connsiteY2" fmla="*/ 9962 h 6645264"/>
              <a:gd name="connsiteX3" fmla="*/ 4541468 w 4704579"/>
              <a:gd name="connsiteY3" fmla="*/ 198557 h 6645264"/>
              <a:gd name="connsiteX4" fmla="*/ 4562105 w 4704579"/>
              <a:gd name="connsiteY4" fmla="*/ 5676802 h 6645264"/>
              <a:gd name="connsiteX5" fmla="*/ 2608686 w 4704579"/>
              <a:gd name="connsiteY5" fmla="*/ 6554909 h 6645264"/>
              <a:gd name="connsiteX6" fmla="*/ 17092 w 4704579"/>
              <a:gd name="connsiteY6" fmla="*/ 4448077 h 6645264"/>
              <a:gd name="connsiteX0" fmla="*/ 17092 w 4702381"/>
              <a:gd name="connsiteY0" fmla="*/ 4448077 h 6645264"/>
              <a:gd name="connsiteX1" fmla="*/ 1935586 w 4702381"/>
              <a:gd name="connsiteY1" fmla="*/ 0 h 6645264"/>
              <a:gd name="connsiteX2" fmla="*/ 4365573 w 4702381"/>
              <a:gd name="connsiteY2" fmla="*/ 9962 h 6645264"/>
              <a:gd name="connsiteX3" fmla="*/ 4541468 w 4702381"/>
              <a:gd name="connsiteY3" fmla="*/ 198557 h 6645264"/>
              <a:gd name="connsiteX4" fmla="*/ 4562105 w 4702381"/>
              <a:gd name="connsiteY4" fmla="*/ 5676802 h 6645264"/>
              <a:gd name="connsiteX5" fmla="*/ 2608686 w 4702381"/>
              <a:gd name="connsiteY5" fmla="*/ 6554909 h 6645264"/>
              <a:gd name="connsiteX6" fmla="*/ 17092 w 4702381"/>
              <a:gd name="connsiteY6" fmla="*/ 4448077 h 6645264"/>
              <a:gd name="connsiteX0" fmla="*/ 17092 w 4701301"/>
              <a:gd name="connsiteY0" fmla="*/ 4448077 h 6645264"/>
              <a:gd name="connsiteX1" fmla="*/ 1935586 w 4701301"/>
              <a:gd name="connsiteY1" fmla="*/ 0 h 6645264"/>
              <a:gd name="connsiteX2" fmla="*/ 4365573 w 4701301"/>
              <a:gd name="connsiteY2" fmla="*/ 9962 h 6645264"/>
              <a:gd name="connsiteX3" fmla="*/ 4541468 w 4701301"/>
              <a:gd name="connsiteY3" fmla="*/ 198557 h 6645264"/>
              <a:gd name="connsiteX4" fmla="*/ 4562105 w 4701301"/>
              <a:gd name="connsiteY4" fmla="*/ 5676802 h 6645264"/>
              <a:gd name="connsiteX5" fmla="*/ 2608686 w 4701301"/>
              <a:gd name="connsiteY5" fmla="*/ 6554909 h 6645264"/>
              <a:gd name="connsiteX6" fmla="*/ 17092 w 4701301"/>
              <a:gd name="connsiteY6" fmla="*/ 4448077 h 6645264"/>
              <a:gd name="connsiteX0" fmla="*/ 17092 w 4562105"/>
              <a:gd name="connsiteY0" fmla="*/ 4448077 h 6645264"/>
              <a:gd name="connsiteX1" fmla="*/ 1935586 w 4562105"/>
              <a:gd name="connsiteY1" fmla="*/ 0 h 6645264"/>
              <a:gd name="connsiteX2" fmla="*/ 4365573 w 4562105"/>
              <a:gd name="connsiteY2" fmla="*/ 9962 h 6645264"/>
              <a:gd name="connsiteX3" fmla="*/ 4541468 w 4562105"/>
              <a:gd name="connsiteY3" fmla="*/ 198557 h 6645264"/>
              <a:gd name="connsiteX4" fmla="*/ 4562105 w 4562105"/>
              <a:gd name="connsiteY4" fmla="*/ 5676802 h 6645264"/>
              <a:gd name="connsiteX5" fmla="*/ 2608686 w 4562105"/>
              <a:gd name="connsiteY5" fmla="*/ 6554909 h 6645264"/>
              <a:gd name="connsiteX6" fmla="*/ 17092 w 4562105"/>
              <a:gd name="connsiteY6" fmla="*/ 4448077 h 6645264"/>
              <a:gd name="connsiteX0" fmla="*/ 17092 w 4562105"/>
              <a:gd name="connsiteY0" fmla="*/ 4448077 h 6592556"/>
              <a:gd name="connsiteX1" fmla="*/ 1935586 w 4562105"/>
              <a:gd name="connsiteY1" fmla="*/ 0 h 6592556"/>
              <a:gd name="connsiteX2" fmla="*/ 4365573 w 4562105"/>
              <a:gd name="connsiteY2" fmla="*/ 9962 h 6592556"/>
              <a:gd name="connsiteX3" fmla="*/ 4541468 w 4562105"/>
              <a:gd name="connsiteY3" fmla="*/ 198557 h 6592556"/>
              <a:gd name="connsiteX4" fmla="*/ 4562105 w 4562105"/>
              <a:gd name="connsiteY4" fmla="*/ 5676802 h 6592556"/>
              <a:gd name="connsiteX5" fmla="*/ 2608686 w 4562105"/>
              <a:gd name="connsiteY5" fmla="*/ 6554909 h 6592556"/>
              <a:gd name="connsiteX6" fmla="*/ 17092 w 4562105"/>
              <a:gd name="connsiteY6" fmla="*/ 4448077 h 6592556"/>
              <a:gd name="connsiteX0" fmla="*/ 17092 w 4562105"/>
              <a:gd name="connsiteY0" fmla="*/ 4448077 h 6561473"/>
              <a:gd name="connsiteX1" fmla="*/ 1935586 w 4562105"/>
              <a:gd name="connsiteY1" fmla="*/ 0 h 6561473"/>
              <a:gd name="connsiteX2" fmla="*/ 4365573 w 4562105"/>
              <a:gd name="connsiteY2" fmla="*/ 9962 h 6561473"/>
              <a:gd name="connsiteX3" fmla="*/ 4541468 w 4562105"/>
              <a:gd name="connsiteY3" fmla="*/ 198557 h 6561473"/>
              <a:gd name="connsiteX4" fmla="*/ 4562105 w 4562105"/>
              <a:gd name="connsiteY4" fmla="*/ 5676802 h 6561473"/>
              <a:gd name="connsiteX5" fmla="*/ 2608686 w 4562105"/>
              <a:gd name="connsiteY5" fmla="*/ 6554909 h 6561473"/>
              <a:gd name="connsiteX6" fmla="*/ 17092 w 4562105"/>
              <a:gd name="connsiteY6" fmla="*/ 4448077 h 6561473"/>
              <a:gd name="connsiteX0" fmla="*/ 18334 w 4563347"/>
              <a:gd name="connsiteY0" fmla="*/ 4448077 h 6561473"/>
              <a:gd name="connsiteX1" fmla="*/ 1936828 w 4563347"/>
              <a:gd name="connsiteY1" fmla="*/ 0 h 6561473"/>
              <a:gd name="connsiteX2" fmla="*/ 4366815 w 4563347"/>
              <a:gd name="connsiteY2" fmla="*/ 9962 h 6561473"/>
              <a:gd name="connsiteX3" fmla="*/ 4542710 w 4563347"/>
              <a:gd name="connsiteY3" fmla="*/ 198557 h 6561473"/>
              <a:gd name="connsiteX4" fmla="*/ 4563347 w 4563347"/>
              <a:gd name="connsiteY4" fmla="*/ 5676802 h 6561473"/>
              <a:gd name="connsiteX5" fmla="*/ 2609928 w 4563347"/>
              <a:gd name="connsiteY5" fmla="*/ 6554909 h 6561473"/>
              <a:gd name="connsiteX6" fmla="*/ 18334 w 4563347"/>
              <a:gd name="connsiteY6" fmla="*/ 4448077 h 6561473"/>
              <a:gd name="connsiteX0" fmla="*/ 20715 w 4565728"/>
              <a:gd name="connsiteY0" fmla="*/ 4448077 h 6564701"/>
              <a:gd name="connsiteX1" fmla="*/ 1939209 w 4565728"/>
              <a:gd name="connsiteY1" fmla="*/ 0 h 6564701"/>
              <a:gd name="connsiteX2" fmla="*/ 4369196 w 4565728"/>
              <a:gd name="connsiteY2" fmla="*/ 9962 h 6564701"/>
              <a:gd name="connsiteX3" fmla="*/ 4545091 w 4565728"/>
              <a:gd name="connsiteY3" fmla="*/ 198557 h 6564701"/>
              <a:gd name="connsiteX4" fmla="*/ 4565728 w 4565728"/>
              <a:gd name="connsiteY4" fmla="*/ 5676802 h 6564701"/>
              <a:gd name="connsiteX5" fmla="*/ 2612309 w 4565728"/>
              <a:gd name="connsiteY5" fmla="*/ 6554909 h 6564701"/>
              <a:gd name="connsiteX6" fmla="*/ 1024651 w 4565728"/>
              <a:gd name="connsiteY6" fmla="*/ 6039287 h 6564701"/>
              <a:gd name="connsiteX7" fmla="*/ 20715 w 4565728"/>
              <a:gd name="connsiteY7" fmla="*/ 4448077 h 6564701"/>
              <a:gd name="connsiteX0" fmla="*/ 20715 w 4565728"/>
              <a:gd name="connsiteY0" fmla="*/ 4448077 h 6562037"/>
              <a:gd name="connsiteX1" fmla="*/ 1939209 w 4565728"/>
              <a:gd name="connsiteY1" fmla="*/ 0 h 6562037"/>
              <a:gd name="connsiteX2" fmla="*/ 4369196 w 4565728"/>
              <a:gd name="connsiteY2" fmla="*/ 9962 h 6562037"/>
              <a:gd name="connsiteX3" fmla="*/ 4545091 w 4565728"/>
              <a:gd name="connsiteY3" fmla="*/ 198557 h 6562037"/>
              <a:gd name="connsiteX4" fmla="*/ 4565728 w 4565728"/>
              <a:gd name="connsiteY4" fmla="*/ 5676802 h 6562037"/>
              <a:gd name="connsiteX5" fmla="*/ 2612309 w 4565728"/>
              <a:gd name="connsiteY5" fmla="*/ 6554909 h 6562037"/>
              <a:gd name="connsiteX6" fmla="*/ 1024651 w 4565728"/>
              <a:gd name="connsiteY6" fmla="*/ 6039287 h 6562037"/>
              <a:gd name="connsiteX7" fmla="*/ 20715 w 4565728"/>
              <a:gd name="connsiteY7" fmla="*/ 4448077 h 6562037"/>
              <a:gd name="connsiteX0" fmla="*/ 20715 w 4565728"/>
              <a:gd name="connsiteY0" fmla="*/ 4448077 h 6556271"/>
              <a:gd name="connsiteX1" fmla="*/ 1939209 w 4565728"/>
              <a:gd name="connsiteY1" fmla="*/ 0 h 6556271"/>
              <a:gd name="connsiteX2" fmla="*/ 4369196 w 4565728"/>
              <a:gd name="connsiteY2" fmla="*/ 9962 h 6556271"/>
              <a:gd name="connsiteX3" fmla="*/ 4545091 w 4565728"/>
              <a:gd name="connsiteY3" fmla="*/ 198557 h 6556271"/>
              <a:gd name="connsiteX4" fmla="*/ 4565728 w 4565728"/>
              <a:gd name="connsiteY4" fmla="*/ 5676802 h 6556271"/>
              <a:gd name="connsiteX5" fmla="*/ 2612309 w 4565728"/>
              <a:gd name="connsiteY5" fmla="*/ 6554909 h 6556271"/>
              <a:gd name="connsiteX6" fmla="*/ 1024651 w 4565728"/>
              <a:gd name="connsiteY6" fmla="*/ 6039287 h 6556271"/>
              <a:gd name="connsiteX7" fmla="*/ 20715 w 4565728"/>
              <a:gd name="connsiteY7" fmla="*/ 4448077 h 6556271"/>
              <a:gd name="connsiteX0" fmla="*/ 14580 w 4559593"/>
              <a:gd name="connsiteY0" fmla="*/ 4448077 h 6556271"/>
              <a:gd name="connsiteX1" fmla="*/ 1933074 w 4559593"/>
              <a:gd name="connsiteY1" fmla="*/ 0 h 6556271"/>
              <a:gd name="connsiteX2" fmla="*/ 4363061 w 4559593"/>
              <a:gd name="connsiteY2" fmla="*/ 9962 h 6556271"/>
              <a:gd name="connsiteX3" fmla="*/ 4538956 w 4559593"/>
              <a:gd name="connsiteY3" fmla="*/ 198557 h 6556271"/>
              <a:gd name="connsiteX4" fmla="*/ 4559593 w 4559593"/>
              <a:gd name="connsiteY4" fmla="*/ 5676802 h 6556271"/>
              <a:gd name="connsiteX5" fmla="*/ 2606174 w 4559593"/>
              <a:gd name="connsiteY5" fmla="*/ 6554909 h 6556271"/>
              <a:gd name="connsiteX6" fmla="*/ 1018516 w 4559593"/>
              <a:gd name="connsiteY6" fmla="*/ 6039287 h 6556271"/>
              <a:gd name="connsiteX7" fmla="*/ 14580 w 4559593"/>
              <a:gd name="connsiteY7" fmla="*/ 4448077 h 6556271"/>
              <a:gd name="connsiteX0" fmla="*/ 22013 w 4567026"/>
              <a:gd name="connsiteY0" fmla="*/ 4448077 h 6562037"/>
              <a:gd name="connsiteX1" fmla="*/ 1940507 w 4567026"/>
              <a:gd name="connsiteY1" fmla="*/ 0 h 6562037"/>
              <a:gd name="connsiteX2" fmla="*/ 4370494 w 4567026"/>
              <a:gd name="connsiteY2" fmla="*/ 9962 h 6562037"/>
              <a:gd name="connsiteX3" fmla="*/ 4546389 w 4567026"/>
              <a:gd name="connsiteY3" fmla="*/ 198557 h 6562037"/>
              <a:gd name="connsiteX4" fmla="*/ 4567026 w 4567026"/>
              <a:gd name="connsiteY4" fmla="*/ 5676802 h 6562037"/>
              <a:gd name="connsiteX5" fmla="*/ 2613607 w 4567026"/>
              <a:gd name="connsiteY5" fmla="*/ 6554909 h 6562037"/>
              <a:gd name="connsiteX6" fmla="*/ 1005629 w 4567026"/>
              <a:gd name="connsiteY6" fmla="*/ 6039287 h 6562037"/>
              <a:gd name="connsiteX7" fmla="*/ 22013 w 4567026"/>
              <a:gd name="connsiteY7" fmla="*/ 4448077 h 6562037"/>
              <a:gd name="connsiteX0" fmla="*/ 22013 w 4567026"/>
              <a:gd name="connsiteY0" fmla="*/ 4448077 h 6561948"/>
              <a:gd name="connsiteX1" fmla="*/ 1940507 w 4567026"/>
              <a:gd name="connsiteY1" fmla="*/ 0 h 6561948"/>
              <a:gd name="connsiteX2" fmla="*/ 4370494 w 4567026"/>
              <a:gd name="connsiteY2" fmla="*/ 9962 h 6561948"/>
              <a:gd name="connsiteX3" fmla="*/ 4546389 w 4567026"/>
              <a:gd name="connsiteY3" fmla="*/ 198557 h 6561948"/>
              <a:gd name="connsiteX4" fmla="*/ 4567026 w 4567026"/>
              <a:gd name="connsiteY4" fmla="*/ 5676802 h 6561948"/>
              <a:gd name="connsiteX5" fmla="*/ 2613607 w 4567026"/>
              <a:gd name="connsiteY5" fmla="*/ 6554909 h 6561948"/>
              <a:gd name="connsiteX6" fmla="*/ 1005629 w 4567026"/>
              <a:gd name="connsiteY6" fmla="*/ 6039287 h 6561948"/>
              <a:gd name="connsiteX7" fmla="*/ 22013 w 4567026"/>
              <a:gd name="connsiteY7" fmla="*/ 4448077 h 6561948"/>
              <a:gd name="connsiteX0" fmla="*/ 22013 w 4567026"/>
              <a:gd name="connsiteY0" fmla="*/ 4448077 h 6554958"/>
              <a:gd name="connsiteX1" fmla="*/ 1940507 w 4567026"/>
              <a:gd name="connsiteY1" fmla="*/ 0 h 6554958"/>
              <a:gd name="connsiteX2" fmla="*/ 4370494 w 4567026"/>
              <a:gd name="connsiteY2" fmla="*/ 9962 h 6554958"/>
              <a:gd name="connsiteX3" fmla="*/ 4546389 w 4567026"/>
              <a:gd name="connsiteY3" fmla="*/ 198557 h 6554958"/>
              <a:gd name="connsiteX4" fmla="*/ 4567026 w 4567026"/>
              <a:gd name="connsiteY4" fmla="*/ 5676802 h 6554958"/>
              <a:gd name="connsiteX5" fmla="*/ 2613607 w 4567026"/>
              <a:gd name="connsiteY5" fmla="*/ 6554909 h 6554958"/>
              <a:gd name="connsiteX6" fmla="*/ 1005629 w 4567026"/>
              <a:gd name="connsiteY6" fmla="*/ 6039287 h 6554958"/>
              <a:gd name="connsiteX7" fmla="*/ 22013 w 4567026"/>
              <a:gd name="connsiteY7" fmla="*/ 4448077 h 6554958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55026"/>
              <a:gd name="connsiteX1" fmla="*/ 1940507 w 4567026"/>
              <a:gd name="connsiteY1" fmla="*/ 0 h 6555026"/>
              <a:gd name="connsiteX2" fmla="*/ 4370494 w 4567026"/>
              <a:gd name="connsiteY2" fmla="*/ 9962 h 6555026"/>
              <a:gd name="connsiteX3" fmla="*/ 4546389 w 4567026"/>
              <a:gd name="connsiteY3" fmla="*/ 198557 h 6555026"/>
              <a:gd name="connsiteX4" fmla="*/ 4567026 w 4567026"/>
              <a:gd name="connsiteY4" fmla="*/ 5676802 h 6555026"/>
              <a:gd name="connsiteX5" fmla="*/ 3682789 w 4567026"/>
              <a:gd name="connsiteY5" fmla="*/ 6333927 h 6555026"/>
              <a:gd name="connsiteX6" fmla="*/ 2613607 w 4567026"/>
              <a:gd name="connsiteY6" fmla="*/ 6554909 h 6555026"/>
              <a:gd name="connsiteX7" fmla="*/ 1005629 w 4567026"/>
              <a:gd name="connsiteY7" fmla="*/ 6039287 h 6555026"/>
              <a:gd name="connsiteX8" fmla="*/ 22013 w 4567026"/>
              <a:gd name="connsiteY8" fmla="*/ 4448077 h 6555026"/>
              <a:gd name="connsiteX0" fmla="*/ 44498 w 4589511"/>
              <a:gd name="connsiteY0" fmla="*/ 4448077 h 6555026"/>
              <a:gd name="connsiteX1" fmla="*/ 1962992 w 4589511"/>
              <a:gd name="connsiteY1" fmla="*/ 0 h 6555026"/>
              <a:gd name="connsiteX2" fmla="*/ 4392979 w 4589511"/>
              <a:gd name="connsiteY2" fmla="*/ 9962 h 6555026"/>
              <a:gd name="connsiteX3" fmla="*/ 4568874 w 4589511"/>
              <a:gd name="connsiteY3" fmla="*/ 198557 h 6555026"/>
              <a:gd name="connsiteX4" fmla="*/ 4589511 w 4589511"/>
              <a:gd name="connsiteY4" fmla="*/ 5676802 h 6555026"/>
              <a:gd name="connsiteX5" fmla="*/ 3705274 w 4589511"/>
              <a:gd name="connsiteY5" fmla="*/ 6333927 h 6555026"/>
              <a:gd name="connsiteX6" fmla="*/ 2636092 w 4589511"/>
              <a:gd name="connsiteY6" fmla="*/ 6554909 h 6555026"/>
              <a:gd name="connsiteX7" fmla="*/ 1028114 w 4589511"/>
              <a:gd name="connsiteY7" fmla="*/ 6039287 h 6555026"/>
              <a:gd name="connsiteX8" fmla="*/ 44498 w 4589511"/>
              <a:gd name="connsiteY8" fmla="*/ 4448077 h 6555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9511" h="6555026">
                <a:moveTo>
                  <a:pt x="44498" y="4448077"/>
                </a:moveTo>
                <a:cubicBezTo>
                  <a:pt x="-165449" y="3431369"/>
                  <a:pt x="350092" y="1272239"/>
                  <a:pt x="1962992" y="0"/>
                </a:cubicBezTo>
                <a:lnTo>
                  <a:pt x="4392979" y="9962"/>
                </a:lnTo>
                <a:cubicBezTo>
                  <a:pt x="4433804" y="-3724"/>
                  <a:pt x="4576547" y="134405"/>
                  <a:pt x="4568874" y="198557"/>
                </a:cubicBezTo>
                <a:cubicBezTo>
                  <a:pt x="4574536" y="2226764"/>
                  <a:pt x="4581441" y="4495702"/>
                  <a:pt x="4589511" y="5676802"/>
                </a:cubicBezTo>
                <a:cubicBezTo>
                  <a:pt x="4428644" y="5983084"/>
                  <a:pt x="4030844" y="6187576"/>
                  <a:pt x="3705274" y="6333927"/>
                </a:cubicBezTo>
                <a:cubicBezTo>
                  <a:pt x="3379704" y="6480278"/>
                  <a:pt x="3148325" y="6548136"/>
                  <a:pt x="2636092" y="6554909"/>
                </a:cubicBezTo>
                <a:cubicBezTo>
                  <a:pt x="2123859" y="6561682"/>
                  <a:pt x="1343206" y="6273586"/>
                  <a:pt x="1028114" y="6039287"/>
                </a:cubicBezTo>
                <a:cubicBezTo>
                  <a:pt x="596182" y="5688148"/>
                  <a:pt x="254445" y="5464785"/>
                  <a:pt x="44498" y="444807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lIns="182880" tIns="274320" rIns="274320" rtlCol="0">
            <a:normAutofit/>
          </a:bodyPr>
          <a:lstStyle>
            <a:lvl1pPr marL="0" indent="0" algn="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A893C5-3725-2BF8-B201-6C4123C1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009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und 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ihandform: Form 51">
            <a:extLst>
              <a:ext uri="{FF2B5EF4-FFF2-40B4-BE49-F238E27FC236}">
                <a16:creationId xmlns:a16="http://schemas.microsoft.com/office/drawing/2014/main" id="{4A781A8E-199F-1F48-C80E-B6501B563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23648" y="-93866"/>
            <a:ext cx="1698615" cy="1838087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11C6679A-1B60-DCCD-7295-255649B92C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81060" y="-24130"/>
            <a:ext cx="5371060" cy="6899910"/>
          </a:xfrm>
          <a:custGeom>
            <a:avLst/>
            <a:gdLst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91440 w 5864280"/>
              <a:gd name="connsiteY8" fmla="*/ 91440 h 6938010"/>
              <a:gd name="connsiteX0" fmla="*/ 7620 w 5871900"/>
              <a:gd name="connsiteY0" fmla="*/ 0 h 6938010"/>
              <a:gd name="connsiteX1" fmla="*/ 5871900 w 5871900"/>
              <a:gd name="connsiteY1" fmla="*/ 0 h 6938010"/>
              <a:gd name="connsiteX2" fmla="*/ 5871900 w 5871900"/>
              <a:gd name="connsiteY2" fmla="*/ 6938010 h 6938010"/>
              <a:gd name="connsiteX3" fmla="*/ 4907589 w 5871900"/>
              <a:gd name="connsiteY3" fmla="*/ 6938010 h 6938010"/>
              <a:gd name="connsiteX4" fmla="*/ 4888403 w 5871900"/>
              <a:gd name="connsiteY4" fmla="*/ 6771085 h 6938010"/>
              <a:gd name="connsiteX5" fmla="*/ 5044484 w 5871900"/>
              <a:gd name="connsiteY5" fmla="*/ 1534679 h 6938010"/>
              <a:gd name="connsiteX6" fmla="*/ 446410 w 5871900"/>
              <a:gd name="connsiteY6" fmla="*/ 927368 h 6938010"/>
              <a:gd name="connsiteX7" fmla="*/ 46684 w 5871900"/>
              <a:gd name="connsiteY7" fmla="*/ 165620 h 6938010"/>
              <a:gd name="connsiteX8" fmla="*/ 0 w 5871900"/>
              <a:gd name="connsiteY8" fmla="*/ 1524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7620 w 5864280"/>
              <a:gd name="connsiteY8" fmla="*/ 17780 h 6938010"/>
              <a:gd name="connsiteX0" fmla="*/ 12700 w 5856660"/>
              <a:gd name="connsiteY0" fmla="*/ 0 h 7004050"/>
              <a:gd name="connsiteX1" fmla="*/ 5856660 w 5856660"/>
              <a:gd name="connsiteY1" fmla="*/ 66040 h 7004050"/>
              <a:gd name="connsiteX2" fmla="*/ 5856660 w 5856660"/>
              <a:gd name="connsiteY2" fmla="*/ 7004050 h 7004050"/>
              <a:gd name="connsiteX3" fmla="*/ 4892349 w 5856660"/>
              <a:gd name="connsiteY3" fmla="*/ 7004050 h 7004050"/>
              <a:gd name="connsiteX4" fmla="*/ 4873163 w 5856660"/>
              <a:gd name="connsiteY4" fmla="*/ 6837125 h 7004050"/>
              <a:gd name="connsiteX5" fmla="*/ 5029244 w 5856660"/>
              <a:gd name="connsiteY5" fmla="*/ 1600719 h 7004050"/>
              <a:gd name="connsiteX6" fmla="*/ 431170 w 5856660"/>
              <a:gd name="connsiteY6" fmla="*/ 993408 h 7004050"/>
              <a:gd name="connsiteX7" fmla="*/ 31444 w 5856660"/>
              <a:gd name="connsiteY7" fmla="*/ 231660 h 7004050"/>
              <a:gd name="connsiteX8" fmla="*/ 0 w 5856660"/>
              <a:gd name="connsiteY8" fmla="*/ 83820 h 7004050"/>
              <a:gd name="connsiteX0" fmla="*/ 5856660 w 5856660"/>
              <a:gd name="connsiteY0" fmla="*/ 0 h 6938010"/>
              <a:gd name="connsiteX1" fmla="*/ 5856660 w 5856660"/>
              <a:gd name="connsiteY1" fmla="*/ 6938010 h 6938010"/>
              <a:gd name="connsiteX2" fmla="*/ 4892349 w 5856660"/>
              <a:gd name="connsiteY2" fmla="*/ 6938010 h 6938010"/>
              <a:gd name="connsiteX3" fmla="*/ 4873163 w 5856660"/>
              <a:gd name="connsiteY3" fmla="*/ 6771085 h 6938010"/>
              <a:gd name="connsiteX4" fmla="*/ 5029244 w 5856660"/>
              <a:gd name="connsiteY4" fmla="*/ 1534679 h 6938010"/>
              <a:gd name="connsiteX5" fmla="*/ 431170 w 5856660"/>
              <a:gd name="connsiteY5" fmla="*/ 927368 h 6938010"/>
              <a:gd name="connsiteX6" fmla="*/ 31444 w 5856660"/>
              <a:gd name="connsiteY6" fmla="*/ 165620 h 6938010"/>
              <a:gd name="connsiteX7" fmla="*/ 0 w 5856660"/>
              <a:gd name="connsiteY7" fmla="*/ 17780 h 6938010"/>
              <a:gd name="connsiteX0" fmla="*/ 5856660 w 5856660"/>
              <a:gd name="connsiteY0" fmla="*/ 6920230 h 6920230"/>
              <a:gd name="connsiteX1" fmla="*/ 4892349 w 5856660"/>
              <a:gd name="connsiteY1" fmla="*/ 6920230 h 6920230"/>
              <a:gd name="connsiteX2" fmla="*/ 4873163 w 5856660"/>
              <a:gd name="connsiteY2" fmla="*/ 6753305 h 6920230"/>
              <a:gd name="connsiteX3" fmla="*/ 5029244 w 5856660"/>
              <a:gd name="connsiteY3" fmla="*/ 1516899 h 6920230"/>
              <a:gd name="connsiteX4" fmla="*/ 431170 w 5856660"/>
              <a:gd name="connsiteY4" fmla="*/ 909588 h 6920230"/>
              <a:gd name="connsiteX5" fmla="*/ 31444 w 5856660"/>
              <a:gd name="connsiteY5" fmla="*/ 147840 h 6920230"/>
              <a:gd name="connsiteX6" fmla="*/ 0 w 5856660"/>
              <a:gd name="connsiteY6" fmla="*/ 0 h 6920230"/>
              <a:gd name="connsiteX0" fmla="*/ 4892349 w 5371060"/>
              <a:gd name="connsiteY0" fmla="*/ 6920230 h 6920230"/>
              <a:gd name="connsiteX1" fmla="*/ 4873163 w 5371060"/>
              <a:gd name="connsiteY1" fmla="*/ 6753305 h 6920230"/>
              <a:gd name="connsiteX2" fmla="*/ 5029244 w 5371060"/>
              <a:gd name="connsiteY2" fmla="*/ 1516899 h 6920230"/>
              <a:gd name="connsiteX3" fmla="*/ 431170 w 5371060"/>
              <a:gd name="connsiteY3" fmla="*/ 909588 h 6920230"/>
              <a:gd name="connsiteX4" fmla="*/ 31444 w 5371060"/>
              <a:gd name="connsiteY4" fmla="*/ 147840 h 6920230"/>
              <a:gd name="connsiteX5" fmla="*/ 0 w 5371060"/>
              <a:gd name="connsiteY5" fmla="*/ 0 h 6920230"/>
              <a:gd name="connsiteX0" fmla="*/ 4889809 w 5371060"/>
              <a:gd name="connsiteY0" fmla="*/ 6904990 h 6904990"/>
              <a:gd name="connsiteX1" fmla="*/ 4873163 w 5371060"/>
              <a:gd name="connsiteY1" fmla="*/ 6753305 h 6904990"/>
              <a:gd name="connsiteX2" fmla="*/ 5029244 w 5371060"/>
              <a:gd name="connsiteY2" fmla="*/ 1516899 h 6904990"/>
              <a:gd name="connsiteX3" fmla="*/ 431170 w 5371060"/>
              <a:gd name="connsiteY3" fmla="*/ 909588 h 6904990"/>
              <a:gd name="connsiteX4" fmla="*/ 31444 w 5371060"/>
              <a:gd name="connsiteY4" fmla="*/ 147840 h 6904990"/>
              <a:gd name="connsiteX5" fmla="*/ 0 w 5371060"/>
              <a:gd name="connsiteY5" fmla="*/ 0 h 6904990"/>
              <a:gd name="connsiteX0" fmla="*/ 4892349 w 5371060"/>
              <a:gd name="connsiteY0" fmla="*/ 6899910 h 6899910"/>
              <a:gd name="connsiteX1" fmla="*/ 4873163 w 5371060"/>
              <a:gd name="connsiteY1" fmla="*/ 6753305 h 6899910"/>
              <a:gd name="connsiteX2" fmla="*/ 5029244 w 5371060"/>
              <a:gd name="connsiteY2" fmla="*/ 1516899 h 6899910"/>
              <a:gd name="connsiteX3" fmla="*/ 431170 w 5371060"/>
              <a:gd name="connsiteY3" fmla="*/ 909588 h 6899910"/>
              <a:gd name="connsiteX4" fmla="*/ 31444 w 5371060"/>
              <a:gd name="connsiteY4" fmla="*/ 147840 h 6899910"/>
              <a:gd name="connsiteX5" fmla="*/ 0 w 5371060"/>
              <a:gd name="connsiteY5" fmla="*/ 0 h 689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71060" h="6899910">
                <a:moveTo>
                  <a:pt x="4892349" y="6899910"/>
                </a:moveTo>
                <a:lnTo>
                  <a:pt x="4873163" y="6753305"/>
                </a:lnTo>
                <a:cubicBezTo>
                  <a:pt x="4753267" y="5217685"/>
                  <a:pt x="5929393" y="2564469"/>
                  <a:pt x="5029244" y="1516899"/>
                </a:cubicBezTo>
                <a:cubicBezTo>
                  <a:pt x="4044398" y="370782"/>
                  <a:pt x="1685778" y="2440015"/>
                  <a:pt x="431170" y="909588"/>
                </a:cubicBezTo>
                <a:cubicBezTo>
                  <a:pt x="361992" y="824949"/>
                  <a:pt x="151981" y="561750"/>
                  <a:pt x="31444" y="147840"/>
                </a:cubicBezTo>
                <a:cubicBezTo>
                  <a:pt x="18423" y="92633"/>
                  <a:pt x="0" y="0"/>
                  <a:pt x="0" y="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" name="Freihandform: Form 22">
            <a:extLst>
              <a:ext uri="{FF2B5EF4-FFF2-40B4-BE49-F238E27FC236}">
                <a16:creationId xmlns:a16="http://schemas.microsoft.com/office/drawing/2014/main" id="{1C466053-4CA7-4CBB-C1D2-19FE899BE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1100480F-88D3-CF82-FAF8-9527C86BC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el 1">
            <a:extLst>
              <a:ext uri="{FF2B5EF4-FFF2-40B4-BE49-F238E27FC236}">
                <a16:creationId xmlns:a16="http://schemas.microsoft.com/office/drawing/2014/main" id="{05F17713-1E50-F9DA-1134-DEB4A4AEA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05A7D8CB-7B8B-DA38-6E7E-0DAEB7D2996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2816352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CE441B96-235E-1744-83C7-22A1E6ED8BB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97800" y="2039111"/>
            <a:ext cx="6949440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CF605979-8A00-C008-E1AA-6AC1F9EAB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6171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B05A86D8-26B0-1ADB-0CE2-B445D2A2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00810" y="0"/>
            <a:ext cx="7591189" cy="6858000"/>
          </a:xfrm>
          <a:custGeom>
            <a:avLst/>
            <a:gdLst>
              <a:gd name="connsiteX0" fmla="*/ 3873124 w 7591189"/>
              <a:gd name="connsiteY0" fmla="*/ 0 h 6858000"/>
              <a:gd name="connsiteX1" fmla="*/ 7591189 w 7591189"/>
              <a:gd name="connsiteY1" fmla="*/ 0 h 6858000"/>
              <a:gd name="connsiteX2" fmla="*/ 7591189 w 7591189"/>
              <a:gd name="connsiteY2" fmla="*/ 6858000 h 6858000"/>
              <a:gd name="connsiteX3" fmla="*/ 0 w 7591189"/>
              <a:gd name="connsiteY3" fmla="*/ 6858000 h 6858000"/>
              <a:gd name="connsiteX4" fmla="*/ 37792 w 7591189"/>
              <a:gd name="connsiteY4" fmla="*/ 6767219 h 6858000"/>
              <a:gd name="connsiteX5" fmla="*/ 124614 w 7591189"/>
              <a:gd name="connsiteY5" fmla="*/ 6593191 h 6858000"/>
              <a:gd name="connsiteX6" fmla="*/ 5022788 w 7591189"/>
              <a:gd name="connsiteY6" fmla="*/ 3831835 h 6858000"/>
              <a:gd name="connsiteX7" fmla="*/ 3917644 w 7591189"/>
              <a:gd name="connsiteY7" fmla="*/ 1123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591189" h="6858000">
                <a:moveTo>
                  <a:pt x="3873124" y="0"/>
                </a:moveTo>
                <a:lnTo>
                  <a:pt x="7591189" y="0"/>
                </a:lnTo>
                <a:lnTo>
                  <a:pt x="7591189" y="6858000"/>
                </a:lnTo>
                <a:lnTo>
                  <a:pt x="0" y="6858000"/>
                </a:lnTo>
                <a:lnTo>
                  <a:pt x="37792" y="6767219"/>
                </a:lnTo>
                <a:cubicBezTo>
                  <a:pt x="73499" y="6688089"/>
                  <a:pt x="105476" y="6628399"/>
                  <a:pt x="124614" y="6593191"/>
                </a:cubicBezTo>
                <a:cubicBezTo>
                  <a:pt x="1166892" y="4681475"/>
                  <a:pt x="4192708" y="5285613"/>
                  <a:pt x="5022788" y="3831835"/>
                </a:cubicBezTo>
                <a:cubicBezTo>
                  <a:pt x="5664755" y="2707491"/>
                  <a:pt x="4432969" y="1333564"/>
                  <a:pt x="3917644" y="112370"/>
                </a:cubicBezTo>
                <a:close/>
              </a:path>
            </a:pathLst>
          </a:custGeom>
          <a:solidFill>
            <a:schemeClr val="accent4">
              <a:alpha val="20000"/>
            </a:schemeClr>
          </a:solidFill>
          <a:ln w="455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33A68E8B-64DF-46D3-2FA2-4BBBBF8BF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34000" y="-30589"/>
            <a:ext cx="5047481" cy="6915258"/>
          </a:xfrm>
          <a:custGeom>
            <a:avLst/>
            <a:gdLst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8" fmla="*/ 91440 w 6112702"/>
              <a:gd name="connsiteY8" fmla="*/ 91440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6101815 w 6101815"/>
              <a:gd name="connsiteY0" fmla="*/ 0 h 7110654"/>
              <a:gd name="connsiteX1" fmla="*/ 6101815 w 6101815"/>
              <a:gd name="connsiteY1" fmla="*/ 7022484 h 7110654"/>
              <a:gd name="connsiteX2" fmla="*/ 6052142 w 6101815"/>
              <a:gd name="connsiteY2" fmla="*/ 7038508 h 7110654"/>
              <a:gd name="connsiteX3" fmla="*/ 4881089 w 6101815"/>
              <a:gd name="connsiteY3" fmla="*/ 6854987 h 7110654"/>
              <a:gd name="connsiteX4" fmla="*/ 4705665 w 6101815"/>
              <a:gd name="connsiteY4" fmla="*/ 767477 h 7110654"/>
              <a:gd name="connsiteX5" fmla="*/ 107592 w 6101815"/>
              <a:gd name="connsiteY5" fmla="*/ 160166 h 7110654"/>
              <a:gd name="connsiteX6" fmla="*/ 0 w 6101815"/>
              <a:gd name="connsiteY6" fmla="*/ 17038 h 7110654"/>
              <a:gd name="connsiteX0" fmla="*/ 6101815 w 6101815"/>
              <a:gd name="connsiteY0" fmla="*/ 7005446 h 7093616"/>
              <a:gd name="connsiteX1" fmla="*/ 6052142 w 6101815"/>
              <a:gd name="connsiteY1" fmla="*/ 7021470 h 7093616"/>
              <a:gd name="connsiteX2" fmla="*/ 4881089 w 6101815"/>
              <a:gd name="connsiteY2" fmla="*/ 6837949 h 7093616"/>
              <a:gd name="connsiteX3" fmla="*/ 4705665 w 6101815"/>
              <a:gd name="connsiteY3" fmla="*/ 750439 h 7093616"/>
              <a:gd name="connsiteX4" fmla="*/ 107592 w 6101815"/>
              <a:gd name="connsiteY4" fmla="*/ 143128 h 7093616"/>
              <a:gd name="connsiteX5" fmla="*/ 0 w 6101815"/>
              <a:gd name="connsiteY5" fmla="*/ 0 h 7093616"/>
              <a:gd name="connsiteX0" fmla="*/ 6052142 w 6052142"/>
              <a:gd name="connsiteY0" fmla="*/ 7021470 h 7093616"/>
              <a:gd name="connsiteX1" fmla="*/ 4881089 w 6052142"/>
              <a:gd name="connsiteY1" fmla="*/ 6837949 h 7093616"/>
              <a:gd name="connsiteX2" fmla="*/ 4705665 w 6052142"/>
              <a:gd name="connsiteY2" fmla="*/ 750439 h 7093616"/>
              <a:gd name="connsiteX3" fmla="*/ 107592 w 6052142"/>
              <a:gd name="connsiteY3" fmla="*/ 143128 h 7093616"/>
              <a:gd name="connsiteX4" fmla="*/ 0 w 6052142"/>
              <a:gd name="connsiteY4" fmla="*/ 0 h 7093616"/>
              <a:gd name="connsiteX0" fmla="*/ 6052142 w 6052142"/>
              <a:gd name="connsiteY0" fmla="*/ 7021470 h 7095398"/>
              <a:gd name="connsiteX1" fmla="*/ 4881089 w 6052142"/>
              <a:gd name="connsiteY1" fmla="*/ 6843664 h 7095398"/>
              <a:gd name="connsiteX2" fmla="*/ 4705665 w 6052142"/>
              <a:gd name="connsiteY2" fmla="*/ 750439 h 7095398"/>
              <a:gd name="connsiteX3" fmla="*/ 107592 w 6052142"/>
              <a:gd name="connsiteY3" fmla="*/ 143128 h 7095398"/>
              <a:gd name="connsiteX4" fmla="*/ 0 w 6052142"/>
              <a:gd name="connsiteY4" fmla="*/ 0 h 7095398"/>
              <a:gd name="connsiteX0" fmla="*/ 6052142 w 6052142"/>
              <a:gd name="connsiteY0" fmla="*/ 7021470 h 7348010"/>
              <a:gd name="connsiteX1" fmla="*/ 5132169 w 6052142"/>
              <a:gd name="connsiteY1" fmla="*/ 7012413 h 7348010"/>
              <a:gd name="connsiteX2" fmla="*/ 4881089 w 6052142"/>
              <a:gd name="connsiteY2" fmla="*/ 6843664 h 7348010"/>
              <a:gd name="connsiteX3" fmla="*/ 4705665 w 6052142"/>
              <a:gd name="connsiteY3" fmla="*/ 750439 h 7348010"/>
              <a:gd name="connsiteX4" fmla="*/ 107592 w 6052142"/>
              <a:gd name="connsiteY4" fmla="*/ 143128 h 7348010"/>
              <a:gd name="connsiteX5" fmla="*/ 0 w 6052142"/>
              <a:gd name="connsiteY5" fmla="*/ 0 h 7348010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881089 w 6052142"/>
              <a:gd name="connsiteY2" fmla="*/ 6843664 h 7021470"/>
              <a:gd name="connsiteX3" fmla="*/ 4705665 w 6052142"/>
              <a:gd name="connsiteY3" fmla="*/ 750439 h 7021470"/>
              <a:gd name="connsiteX4" fmla="*/ 107592 w 6052142"/>
              <a:gd name="connsiteY4" fmla="*/ 143128 h 7021470"/>
              <a:gd name="connsiteX5" fmla="*/ 0 w 6052142"/>
              <a:gd name="connsiteY5" fmla="*/ 0 h 7021470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968339 w 6052142"/>
              <a:gd name="connsiteY2" fmla="*/ 6900018 h 7021470"/>
              <a:gd name="connsiteX3" fmla="*/ 4881089 w 6052142"/>
              <a:gd name="connsiteY3" fmla="*/ 6843664 h 7021470"/>
              <a:gd name="connsiteX4" fmla="*/ 4705665 w 6052142"/>
              <a:gd name="connsiteY4" fmla="*/ 750439 h 7021470"/>
              <a:gd name="connsiteX5" fmla="*/ 107592 w 6052142"/>
              <a:gd name="connsiteY5" fmla="*/ 143128 h 7021470"/>
              <a:gd name="connsiteX6" fmla="*/ 0 w 6052142"/>
              <a:gd name="connsiteY6" fmla="*/ 0 h 7021470"/>
              <a:gd name="connsiteX0" fmla="*/ 5132169 w 5132169"/>
              <a:gd name="connsiteY0" fmla="*/ 7012413 h 7012413"/>
              <a:gd name="connsiteX1" fmla="*/ 4968339 w 5132169"/>
              <a:gd name="connsiteY1" fmla="*/ 6900018 h 7012413"/>
              <a:gd name="connsiteX2" fmla="*/ 4881089 w 5132169"/>
              <a:gd name="connsiteY2" fmla="*/ 6843664 h 7012413"/>
              <a:gd name="connsiteX3" fmla="*/ 4705665 w 5132169"/>
              <a:gd name="connsiteY3" fmla="*/ 750439 h 7012413"/>
              <a:gd name="connsiteX4" fmla="*/ 107592 w 5132169"/>
              <a:gd name="connsiteY4" fmla="*/ 143128 h 7012413"/>
              <a:gd name="connsiteX5" fmla="*/ 0 w 5132169"/>
              <a:gd name="connsiteY5" fmla="*/ 0 h 7012413"/>
              <a:gd name="connsiteX0" fmla="*/ 4995009 w 5047481"/>
              <a:gd name="connsiteY0" fmla="*/ 6915258 h 6915258"/>
              <a:gd name="connsiteX1" fmla="*/ 4968339 w 5047481"/>
              <a:gd name="connsiteY1" fmla="*/ 6900018 h 6915258"/>
              <a:gd name="connsiteX2" fmla="*/ 4881089 w 5047481"/>
              <a:gd name="connsiteY2" fmla="*/ 6843664 h 6915258"/>
              <a:gd name="connsiteX3" fmla="*/ 4705665 w 5047481"/>
              <a:gd name="connsiteY3" fmla="*/ 750439 h 6915258"/>
              <a:gd name="connsiteX4" fmla="*/ 107592 w 5047481"/>
              <a:gd name="connsiteY4" fmla="*/ 143128 h 6915258"/>
              <a:gd name="connsiteX5" fmla="*/ 0 w 5047481"/>
              <a:gd name="connsiteY5" fmla="*/ 0 h 691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47481" h="6915258">
                <a:moveTo>
                  <a:pt x="4995009" y="6915258"/>
                </a:moveTo>
                <a:lnTo>
                  <a:pt x="4968339" y="6900018"/>
                </a:lnTo>
                <a:lnTo>
                  <a:pt x="4881089" y="6843664"/>
                </a:lnTo>
                <a:cubicBezTo>
                  <a:pt x="3776291" y="5767009"/>
                  <a:pt x="5813542" y="2039756"/>
                  <a:pt x="4705665" y="750439"/>
                </a:cubicBezTo>
                <a:cubicBezTo>
                  <a:pt x="3720820" y="-395678"/>
                  <a:pt x="1362200" y="1673555"/>
                  <a:pt x="107592" y="143128"/>
                </a:cubicBezTo>
                <a:cubicBezTo>
                  <a:pt x="84533" y="114915"/>
                  <a:pt x="45825" y="66862"/>
                  <a:pt x="0" y="0"/>
                </a:cubicBezTo>
              </a:path>
            </a:pathLst>
          </a:custGeom>
          <a:noFill/>
          <a:ln w="60325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1B0F4867-5345-BF6B-3402-DEEC3D2DDF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1"/>
            <a:ext cx="6729984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 cap="all" baseline="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B693A8C2-EDAB-3C2B-00D3-3B9F9D64ACD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13472" y="2039111"/>
            <a:ext cx="3163824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4CE52DCD-6B80-A17A-B12C-76D628BAF304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23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 5">
            <a:extLst>
              <a:ext uri="{FF2B5EF4-FFF2-40B4-BE49-F238E27FC236}">
                <a16:creationId xmlns:a16="http://schemas.microsoft.com/office/drawing/2014/main" id="{CADEA8BB-3550-ABDA-99A6-455084D5D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0" y="3271424"/>
            <a:ext cx="12192000" cy="3586577"/>
          </a:xfrm>
          <a:custGeom>
            <a:avLst/>
            <a:gdLst>
              <a:gd name="connsiteX0" fmla="*/ 1849560 w 12192000"/>
              <a:gd name="connsiteY0" fmla="*/ 803 h 3586577"/>
              <a:gd name="connsiteX1" fmla="*/ 2779308 w 12192000"/>
              <a:gd name="connsiteY1" fmla="*/ 191654 h 3586577"/>
              <a:gd name="connsiteX2" fmla="*/ 3529993 w 12192000"/>
              <a:gd name="connsiteY2" fmla="*/ 614650 h 3586577"/>
              <a:gd name="connsiteX3" fmla="*/ 5271921 w 12192000"/>
              <a:gd name="connsiteY3" fmla="*/ 1300408 h 3586577"/>
              <a:gd name="connsiteX4" fmla="*/ 6940105 w 12192000"/>
              <a:gd name="connsiteY4" fmla="*/ 1192018 h 3586577"/>
              <a:gd name="connsiteX5" fmla="*/ 8301823 w 12192000"/>
              <a:gd name="connsiteY5" fmla="*/ 780730 h 3586577"/>
              <a:gd name="connsiteX6" fmla="*/ 12120288 w 12192000"/>
              <a:gd name="connsiteY6" fmla="*/ 561429 h 3586577"/>
              <a:gd name="connsiteX7" fmla="*/ 12192000 w 12192000"/>
              <a:gd name="connsiteY7" fmla="*/ 591187 h 3586577"/>
              <a:gd name="connsiteX8" fmla="*/ 12192000 w 12192000"/>
              <a:gd name="connsiteY8" fmla="*/ 3586577 h 3586577"/>
              <a:gd name="connsiteX9" fmla="*/ 0 w 12192000"/>
              <a:gd name="connsiteY9" fmla="*/ 3586577 h 3586577"/>
              <a:gd name="connsiteX10" fmla="*/ 0 w 12192000"/>
              <a:gd name="connsiteY10" fmla="*/ 671712 h 3586577"/>
              <a:gd name="connsiteX11" fmla="*/ 66994 w 12192000"/>
              <a:gd name="connsiteY11" fmla="*/ 616810 h 3586577"/>
              <a:gd name="connsiteX12" fmla="*/ 314608 w 12192000"/>
              <a:gd name="connsiteY12" fmla="*/ 447849 h 3586577"/>
              <a:gd name="connsiteX13" fmla="*/ 1849560 w 12192000"/>
              <a:gd name="connsiteY13" fmla="*/ 803 h 358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3586577">
                <a:moveTo>
                  <a:pt x="1849560" y="803"/>
                </a:moveTo>
                <a:cubicBezTo>
                  <a:pt x="2158708" y="8598"/>
                  <a:pt x="2468821" y="73153"/>
                  <a:pt x="2779308" y="191654"/>
                </a:cubicBezTo>
                <a:cubicBezTo>
                  <a:pt x="3056080" y="297323"/>
                  <a:pt x="3289358" y="460148"/>
                  <a:pt x="3529993" y="614650"/>
                </a:cubicBezTo>
                <a:cubicBezTo>
                  <a:pt x="4050027" y="948769"/>
                  <a:pt x="4615367" y="1204778"/>
                  <a:pt x="5271921" y="1300408"/>
                </a:cubicBezTo>
                <a:cubicBezTo>
                  <a:pt x="5824636" y="1381128"/>
                  <a:pt x="6381038" y="1326165"/>
                  <a:pt x="6940105" y="1192018"/>
                </a:cubicBezTo>
                <a:cubicBezTo>
                  <a:pt x="7564423" y="1042204"/>
                  <a:pt x="7924583" y="909418"/>
                  <a:pt x="8301823" y="780730"/>
                </a:cubicBezTo>
                <a:cubicBezTo>
                  <a:pt x="8668653" y="655543"/>
                  <a:pt x="10619014" y="-9633"/>
                  <a:pt x="12120288" y="561429"/>
                </a:cubicBezTo>
                <a:lnTo>
                  <a:pt x="12192000" y="591187"/>
                </a:lnTo>
                <a:lnTo>
                  <a:pt x="12192000" y="3586577"/>
                </a:lnTo>
                <a:lnTo>
                  <a:pt x="0" y="3586577"/>
                </a:lnTo>
                <a:lnTo>
                  <a:pt x="0" y="671712"/>
                </a:lnTo>
                <a:lnTo>
                  <a:pt x="66994" y="616810"/>
                </a:lnTo>
                <a:cubicBezTo>
                  <a:pt x="145598" y="557990"/>
                  <a:pt x="228102" y="501632"/>
                  <a:pt x="314608" y="447849"/>
                </a:cubicBezTo>
                <a:cubicBezTo>
                  <a:pt x="821750" y="132484"/>
                  <a:pt x="1334314" y="-12190"/>
                  <a:pt x="1849560" y="803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523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0A8F0DB-3D3D-DC0F-84AC-4386B58AD6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5591140" y="1"/>
            <a:ext cx="5362677" cy="590065"/>
          </a:xfrm>
          <a:custGeom>
            <a:avLst/>
            <a:gdLst>
              <a:gd name="connsiteX0" fmla="*/ 0 w 5362677"/>
              <a:gd name="connsiteY0" fmla="*/ 0 h 590065"/>
              <a:gd name="connsiteX1" fmla="*/ 5362677 w 5362677"/>
              <a:gd name="connsiteY1" fmla="*/ 0 h 590065"/>
              <a:gd name="connsiteX2" fmla="*/ 5169991 w 5362677"/>
              <a:gd name="connsiteY2" fmla="*/ 69942 h 590065"/>
              <a:gd name="connsiteX3" fmla="*/ 2860400 w 5362677"/>
              <a:gd name="connsiteY3" fmla="*/ 564669 h 590065"/>
              <a:gd name="connsiteX4" fmla="*/ 85760 w 5362677"/>
              <a:gd name="connsiteY4" fmla="*/ 60567 h 59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62677" h="590065">
                <a:moveTo>
                  <a:pt x="0" y="0"/>
                </a:moveTo>
                <a:lnTo>
                  <a:pt x="5362677" y="0"/>
                </a:lnTo>
                <a:lnTo>
                  <a:pt x="5169991" y="69942"/>
                </a:lnTo>
                <a:cubicBezTo>
                  <a:pt x="4068113" y="454981"/>
                  <a:pt x="3200546" y="538854"/>
                  <a:pt x="2860400" y="564669"/>
                </a:cubicBezTo>
                <a:cubicBezTo>
                  <a:pt x="1318014" y="681954"/>
                  <a:pt x="547573" y="372284"/>
                  <a:pt x="85760" y="60567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449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5" name="Titel 1">
            <a:extLst>
              <a:ext uri="{FF2B5EF4-FFF2-40B4-BE49-F238E27FC236}">
                <a16:creationId xmlns:a16="http://schemas.microsoft.com/office/drawing/2014/main" id="{FDA50B04-DEA5-DCCF-0DAD-0D3B122FD65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7" name="Tabellenplatzhalter 4">
            <a:extLst>
              <a:ext uri="{FF2B5EF4-FFF2-40B4-BE49-F238E27FC236}">
                <a16:creationId xmlns:a16="http://schemas.microsoft.com/office/drawing/2014/main" id="{A8715227-A125-7CA3-B8F5-9D5894E8C98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14400" y="2039111"/>
            <a:ext cx="10360025" cy="337413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Tabelle durch Klicken auf Symbol hinzufügen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CEC2E35B-5EFD-B330-984C-15A012C90B8A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6274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bemerku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ihandform 7">
            <a:extLst>
              <a:ext uri="{FF2B5EF4-FFF2-40B4-BE49-F238E27FC236}">
                <a16:creationId xmlns:a16="http://schemas.microsoft.com/office/drawing/2014/main" id="{686C03E6-655F-A394-4461-7BC878C41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7145" y="3001406"/>
            <a:ext cx="3865902" cy="3856595"/>
          </a:xfrm>
          <a:custGeom>
            <a:avLst/>
            <a:gdLst>
              <a:gd name="connsiteX0" fmla="*/ 0 w 3865902"/>
              <a:gd name="connsiteY0" fmla="*/ 0 h 3856595"/>
              <a:gd name="connsiteX1" fmla="*/ 36224 w 3865902"/>
              <a:gd name="connsiteY1" fmla="*/ 87499 h 3856595"/>
              <a:gd name="connsiteX2" fmla="*/ 560241 w 3865902"/>
              <a:gd name="connsiteY2" fmla="*/ 881472 h 3856595"/>
              <a:gd name="connsiteX3" fmla="*/ 1285567 w 3865902"/>
              <a:gd name="connsiteY3" fmla="*/ 1323684 h 3856595"/>
              <a:gd name="connsiteX4" fmla="*/ 1971938 w 3865902"/>
              <a:gd name="connsiteY4" fmla="*/ 1550422 h 3856595"/>
              <a:gd name="connsiteX5" fmla="*/ 3782327 w 3865902"/>
              <a:gd name="connsiteY5" fmla="*/ 2888188 h 3856595"/>
              <a:gd name="connsiteX6" fmla="*/ 3865611 w 3865902"/>
              <a:gd name="connsiteY6" fmla="*/ 3435831 h 3856595"/>
              <a:gd name="connsiteX7" fmla="*/ 3805121 w 3865902"/>
              <a:gd name="connsiteY7" fmla="*/ 3842880 h 3856595"/>
              <a:gd name="connsiteX8" fmla="*/ 3800674 w 3865902"/>
              <a:gd name="connsiteY8" fmla="*/ 3856595 h 3856595"/>
              <a:gd name="connsiteX9" fmla="*/ 0 w 3865902"/>
              <a:gd name="connsiteY9" fmla="*/ 3856595 h 3856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5902" h="3856595">
                <a:moveTo>
                  <a:pt x="0" y="0"/>
                </a:moveTo>
                <a:lnTo>
                  <a:pt x="36224" y="87499"/>
                </a:lnTo>
                <a:cubicBezTo>
                  <a:pt x="154868" y="378336"/>
                  <a:pt x="315166" y="649927"/>
                  <a:pt x="560241" y="881472"/>
                </a:cubicBezTo>
                <a:cubicBezTo>
                  <a:pt x="766493" y="1076486"/>
                  <a:pt x="1013912" y="1216159"/>
                  <a:pt x="1285567" y="1323684"/>
                </a:cubicBezTo>
                <a:cubicBezTo>
                  <a:pt x="1588934" y="1443752"/>
                  <a:pt x="1777483" y="1493740"/>
                  <a:pt x="1971938" y="1550422"/>
                </a:cubicBezTo>
                <a:cubicBezTo>
                  <a:pt x="2188057" y="1613391"/>
                  <a:pt x="3470229" y="1987236"/>
                  <a:pt x="3782327" y="2888188"/>
                </a:cubicBezTo>
                <a:cubicBezTo>
                  <a:pt x="3866366" y="3130827"/>
                  <a:pt x="3867057" y="3372562"/>
                  <a:pt x="3865611" y="3435831"/>
                </a:cubicBezTo>
                <a:cubicBezTo>
                  <a:pt x="3862378" y="3575611"/>
                  <a:pt x="3840731" y="3710985"/>
                  <a:pt x="3805121" y="3842880"/>
                </a:cubicBezTo>
                <a:lnTo>
                  <a:pt x="3800674" y="3856595"/>
                </a:lnTo>
                <a:lnTo>
                  <a:pt x="0" y="3856595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BF7A62BA-11D3-585A-8CBD-5E0FB4DE5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4267591" cy="2882748"/>
          </a:xfrm>
          <a:custGeom>
            <a:avLst/>
            <a:gdLst>
              <a:gd name="connsiteX0" fmla="*/ 0 w 4267591"/>
              <a:gd name="connsiteY0" fmla="*/ 2134758 h 2882748"/>
              <a:gd name="connsiteX1" fmla="*/ 135092 w 4267591"/>
              <a:gd name="connsiteY1" fmla="*/ 2175020 h 2882748"/>
              <a:gd name="connsiteX2" fmla="*/ 469981 w 4267591"/>
              <a:gd name="connsiteY2" fmla="*/ 2285030 h 2882748"/>
              <a:gd name="connsiteX3" fmla="*/ 1134527 w 4267591"/>
              <a:gd name="connsiteY3" fmla="*/ 2529385 h 2882748"/>
              <a:gd name="connsiteX4" fmla="*/ 1064635 w 4267591"/>
              <a:gd name="connsiteY4" fmla="*/ 2548225 h 2882748"/>
              <a:gd name="connsiteX5" fmla="*/ 315785 w 4267591"/>
              <a:gd name="connsiteY5" fmla="*/ 2316034 h 2882748"/>
              <a:gd name="connsiteX6" fmla="*/ 46569 w 4267591"/>
              <a:gd name="connsiteY6" fmla="*/ 2245309 h 2882748"/>
              <a:gd name="connsiteX7" fmla="*/ 0 w 4267591"/>
              <a:gd name="connsiteY7" fmla="*/ 2235619 h 2882748"/>
              <a:gd name="connsiteX8" fmla="*/ 0 w 4267591"/>
              <a:gd name="connsiteY8" fmla="*/ 1967372 h 2882748"/>
              <a:gd name="connsiteX9" fmla="*/ 232045 w 4267591"/>
              <a:gd name="connsiteY9" fmla="*/ 2009953 h 2882748"/>
              <a:gd name="connsiteX10" fmla="*/ 495583 w 4267591"/>
              <a:gd name="connsiteY10" fmla="*/ 2061706 h 2882748"/>
              <a:gd name="connsiteX11" fmla="*/ 860985 w 4267591"/>
              <a:gd name="connsiteY11" fmla="*/ 2157208 h 2882748"/>
              <a:gd name="connsiteX12" fmla="*/ 1490314 w 4267591"/>
              <a:gd name="connsiteY12" fmla="*/ 2502311 h 2882748"/>
              <a:gd name="connsiteX13" fmla="*/ 1544328 w 4267591"/>
              <a:gd name="connsiteY13" fmla="*/ 2555153 h 2882748"/>
              <a:gd name="connsiteX14" fmla="*/ 1509378 w 4267591"/>
              <a:gd name="connsiteY14" fmla="*/ 2760287 h 2882748"/>
              <a:gd name="connsiteX15" fmla="*/ 1018130 w 4267591"/>
              <a:gd name="connsiteY15" fmla="*/ 2878317 h 2882748"/>
              <a:gd name="connsiteX16" fmla="*/ 97977 w 4267591"/>
              <a:gd name="connsiteY16" fmla="*/ 2657869 h 2882748"/>
              <a:gd name="connsiteX17" fmla="*/ 0 w 4267591"/>
              <a:gd name="connsiteY17" fmla="*/ 2611661 h 2882748"/>
              <a:gd name="connsiteX18" fmla="*/ 0 w 4267591"/>
              <a:gd name="connsiteY18" fmla="*/ 2522575 h 2882748"/>
              <a:gd name="connsiteX19" fmla="*/ 36179 w 4267591"/>
              <a:gd name="connsiteY19" fmla="*/ 2540947 h 2882748"/>
              <a:gd name="connsiteX20" fmla="*/ 227168 w 4267591"/>
              <a:gd name="connsiteY20" fmla="*/ 2619861 h 2882748"/>
              <a:gd name="connsiteX21" fmla="*/ 1049720 w 4267591"/>
              <a:gd name="connsiteY21" fmla="*/ 2803693 h 2882748"/>
              <a:gd name="connsiteX22" fmla="*/ 1522759 w 4267591"/>
              <a:gd name="connsiteY22" fmla="*/ 2657300 h 2882748"/>
              <a:gd name="connsiteX23" fmla="*/ 1341031 w 4267591"/>
              <a:gd name="connsiteY23" fmla="*/ 2488140 h 2882748"/>
              <a:gd name="connsiteX24" fmla="*/ 116573 w 4267591"/>
              <a:gd name="connsiteY24" fmla="*/ 2081431 h 2882748"/>
              <a:gd name="connsiteX25" fmla="*/ 0 w 4267591"/>
              <a:gd name="connsiteY25" fmla="*/ 2071355 h 2882748"/>
              <a:gd name="connsiteX26" fmla="*/ 2401892 w 4267591"/>
              <a:gd name="connsiteY26" fmla="*/ 1751418 h 2882748"/>
              <a:gd name="connsiteX27" fmla="*/ 2313603 w 4267591"/>
              <a:gd name="connsiteY27" fmla="*/ 1773156 h 2882748"/>
              <a:gd name="connsiteX28" fmla="*/ 3736159 w 4267591"/>
              <a:gd name="connsiteY28" fmla="*/ 2098816 h 2882748"/>
              <a:gd name="connsiteX29" fmla="*/ 2421513 w 4267591"/>
              <a:gd name="connsiteY29" fmla="*/ 1752198 h 2882748"/>
              <a:gd name="connsiteX30" fmla="*/ 2401892 w 4267591"/>
              <a:gd name="connsiteY30" fmla="*/ 1751418 h 2882748"/>
              <a:gd name="connsiteX31" fmla="*/ 2910248 w 4267591"/>
              <a:gd name="connsiteY31" fmla="*/ 1665762 h 2882748"/>
              <a:gd name="connsiteX32" fmla="*/ 2693521 w 4267591"/>
              <a:gd name="connsiteY32" fmla="*/ 1712957 h 2882748"/>
              <a:gd name="connsiteX33" fmla="*/ 3841143 w 4267591"/>
              <a:gd name="connsiteY33" fmla="*/ 1959708 h 2882748"/>
              <a:gd name="connsiteX34" fmla="*/ 2910248 w 4267591"/>
              <a:gd name="connsiteY34" fmla="*/ 1665762 h 2882748"/>
              <a:gd name="connsiteX35" fmla="*/ 2919895 w 4267591"/>
              <a:gd name="connsiteY35" fmla="*/ 1115054 h 2882748"/>
              <a:gd name="connsiteX36" fmla="*/ 2125748 w 4267591"/>
              <a:gd name="connsiteY36" fmla="*/ 1202674 h 2882748"/>
              <a:gd name="connsiteX37" fmla="*/ 2007109 w 4267591"/>
              <a:gd name="connsiteY37" fmla="*/ 1223832 h 2882748"/>
              <a:gd name="connsiteX38" fmla="*/ 1247864 w 4267591"/>
              <a:gd name="connsiteY38" fmla="*/ 1530087 h 2882748"/>
              <a:gd name="connsiteX39" fmla="*/ 1226462 w 4267591"/>
              <a:gd name="connsiteY39" fmla="*/ 1563493 h 2882748"/>
              <a:gd name="connsiteX40" fmla="*/ 2881638 w 4267591"/>
              <a:gd name="connsiteY40" fmla="*/ 1311235 h 2882748"/>
              <a:gd name="connsiteX41" fmla="*/ 2936572 w 4267591"/>
              <a:gd name="connsiteY41" fmla="*/ 1351817 h 2882748"/>
              <a:gd name="connsiteX42" fmla="*/ 2102826 w 4267591"/>
              <a:gd name="connsiteY42" fmla="*/ 1509825 h 2882748"/>
              <a:gd name="connsiteX43" fmla="*/ 1245458 w 4267591"/>
              <a:gd name="connsiteY43" fmla="*/ 1667199 h 2882748"/>
              <a:gd name="connsiteX44" fmla="*/ 2186119 w 4267591"/>
              <a:gd name="connsiteY44" fmla="*/ 1681732 h 2882748"/>
              <a:gd name="connsiteX45" fmla="*/ 2756600 w 4267591"/>
              <a:gd name="connsiteY45" fmla="*/ 1558336 h 2882748"/>
              <a:gd name="connsiteX46" fmla="*/ 3162185 w 4267591"/>
              <a:gd name="connsiteY46" fmla="*/ 1256614 h 2882748"/>
              <a:gd name="connsiteX47" fmla="*/ 2919895 w 4267591"/>
              <a:gd name="connsiteY47" fmla="*/ 1115054 h 2882748"/>
              <a:gd name="connsiteX48" fmla="*/ 0 w 4267591"/>
              <a:gd name="connsiteY48" fmla="*/ 681959 h 2882748"/>
              <a:gd name="connsiteX49" fmla="*/ 28001 w 4267591"/>
              <a:gd name="connsiteY49" fmla="*/ 697524 h 2882748"/>
              <a:gd name="connsiteX50" fmla="*/ 66082 w 4267591"/>
              <a:gd name="connsiteY50" fmla="*/ 776244 h 2882748"/>
              <a:gd name="connsiteX51" fmla="*/ 13562 w 4267591"/>
              <a:gd name="connsiteY51" fmla="*/ 1111244 h 2882748"/>
              <a:gd name="connsiteX52" fmla="*/ 0 w 4267591"/>
              <a:gd name="connsiteY52" fmla="*/ 1128554 h 2882748"/>
              <a:gd name="connsiteX53" fmla="*/ 2203267 w 4267591"/>
              <a:gd name="connsiteY53" fmla="*/ 26463 h 2882748"/>
              <a:gd name="connsiteX54" fmla="*/ 2047374 w 4267591"/>
              <a:gd name="connsiteY54" fmla="*/ 86186 h 2882748"/>
              <a:gd name="connsiteX55" fmla="*/ 1322563 w 4267591"/>
              <a:gd name="connsiteY55" fmla="*/ 668412 h 2882748"/>
              <a:gd name="connsiteX56" fmla="*/ 701249 w 4267591"/>
              <a:gd name="connsiteY56" fmla="*/ 1348218 h 2882748"/>
              <a:gd name="connsiteX57" fmla="*/ 386156 w 4267591"/>
              <a:gd name="connsiteY57" fmla="*/ 1624759 h 2882748"/>
              <a:gd name="connsiteX58" fmla="*/ 1967804 w 4267591"/>
              <a:gd name="connsiteY58" fmla="*/ 396793 h 2882748"/>
              <a:gd name="connsiteX59" fmla="*/ 1984442 w 4267591"/>
              <a:gd name="connsiteY59" fmla="*/ 498145 h 2882748"/>
              <a:gd name="connsiteX60" fmla="*/ 1156574 w 4267591"/>
              <a:gd name="connsiteY60" fmla="*/ 1246824 h 2882748"/>
              <a:gd name="connsiteX61" fmla="*/ 530122 w 4267591"/>
              <a:gd name="connsiteY61" fmla="*/ 1667318 h 2882748"/>
              <a:gd name="connsiteX62" fmla="*/ 463307 w 4267591"/>
              <a:gd name="connsiteY62" fmla="*/ 1726138 h 2882748"/>
              <a:gd name="connsiteX63" fmla="*/ 590405 w 4267591"/>
              <a:gd name="connsiteY63" fmla="*/ 1698370 h 2882748"/>
              <a:gd name="connsiteX64" fmla="*/ 809789 w 4267591"/>
              <a:gd name="connsiteY64" fmla="*/ 1592612 h 2882748"/>
              <a:gd name="connsiteX65" fmla="*/ 2068235 w 4267591"/>
              <a:gd name="connsiteY65" fmla="*/ 631578 h 2882748"/>
              <a:gd name="connsiteX66" fmla="*/ 2262105 w 4267591"/>
              <a:gd name="connsiteY66" fmla="*/ 125274 h 2882748"/>
              <a:gd name="connsiteX67" fmla="*/ 2265630 w 4267591"/>
              <a:gd name="connsiteY67" fmla="*/ 37856 h 2882748"/>
              <a:gd name="connsiteX68" fmla="*/ 2203267 w 4267591"/>
              <a:gd name="connsiteY68" fmla="*/ 26463 h 2882748"/>
              <a:gd name="connsiteX69" fmla="*/ 2051856 w 4267591"/>
              <a:gd name="connsiteY69" fmla="*/ 0 h 2882748"/>
              <a:gd name="connsiteX70" fmla="*/ 2335286 w 4267591"/>
              <a:gd name="connsiteY70" fmla="*/ 0 h 2882748"/>
              <a:gd name="connsiteX71" fmla="*/ 2350174 w 4267591"/>
              <a:gd name="connsiteY71" fmla="*/ 20880 h 2882748"/>
              <a:gd name="connsiteX72" fmla="*/ 2331394 w 4267591"/>
              <a:gd name="connsiteY72" fmla="*/ 195450 h 2882748"/>
              <a:gd name="connsiteX73" fmla="*/ 2063312 w 4267591"/>
              <a:gd name="connsiteY73" fmla="*/ 783873 h 2882748"/>
              <a:gd name="connsiteX74" fmla="*/ 1769279 w 4267591"/>
              <a:gd name="connsiteY74" fmla="*/ 1159780 h 2882748"/>
              <a:gd name="connsiteX75" fmla="*/ 2107521 w 4267591"/>
              <a:gd name="connsiteY75" fmla="*/ 1108963 h 2882748"/>
              <a:gd name="connsiteX76" fmla="*/ 2430619 w 4267591"/>
              <a:gd name="connsiteY76" fmla="*/ 948494 h 2882748"/>
              <a:gd name="connsiteX77" fmla="*/ 2496219 w 4267591"/>
              <a:gd name="connsiteY77" fmla="*/ 895238 h 2882748"/>
              <a:gd name="connsiteX78" fmla="*/ 2669192 w 4267591"/>
              <a:gd name="connsiteY78" fmla="*/ 724088 h 2882748"/>
              <a:gd name="connsiteX79" fmla="*/ 2929776 w 4267591"/>
              <a:gd name="connsiteY79" fmla="*/ 549732 h 2882748"/>
              <a:gd name="connsiteX80" fmla="*/ 3210049 w 4267591"/>
              <a:gd name="connsiteY80" fmla="*/ 274173 h 2882748"/>
              <a:gd name="connsiteX81" fmla="*/ 3383761 w 4267591"/>
              <a:gd name="connsiteY81" fmla="*/ 99928 h 2882748"/>
              <a:gd name="connsiteX82" fmla="*/ 3490563 w 4267591"/>
              <a:gd name="connsiteY82" fmla="*/ 0 h 2882748"/>
              <a:gd name="connsiteX83" fmla="*/ 3605978 w 4267591"/>
              <a:gd name="connsiteY83" fmla="*/ 0 h 2882748"/>
              <a:gd name="connsiteX84" fmla="*/ 3458563 w 4267591"/>
              <a:gd name="connsiteY84" fmla="*/ 137538 h 2882748"/>
              <a:gd name="connsiteX85" fmla="*/ 3304191 w 4267591"/>
              <a:gd name="connsiteY85" fmla="*/ 292930 h 2882748"/>
              <a:gd name="connsiteX86" fmla="*/ 2897104 w 4267591"/>
              <a:gd name="connsiteY86" fmla="*/ 710073 h 2882748"/>
              <a:gd name="connsiteX87" fmla="*/ 3766184 w 4267591"/>
              <a:gd name="connsiteY87" fmla="*/ 69979 h 2882748"/>
              <a:gd name="connsiteX88" fmla="*/ 3750328 w 4267591"/>
              <a:gd name="connsiteY88" fmla="*/ 211725 h 2882748"/>
              <a:gd name="connsiteX89" fmla="*/ 3318080 w 4267591"/>
              <a:gd name="connsiteY89" fmla="*/ 608245 h 2882748"/>
              <a:gd name="connsiteX90" fmla="*/ 3254471 w 4267591"/>
              <a:gd name="connsiteY90" fmla="*/ 670645 h 2882748"/>
              <a:gd name="connsiteX91" fmla="*/ 4175741 w 4267591"/>
              <a:gd name="connsiteY91" fmla="*/ 5506 h 2882748"/>
              <a:gd name="connsiteX92" fmla="*/ 4178513 w 4267591"/>
              <a:gd name="connsiteY92" fmla="*/ 0 h 2882748"/>
              <a:gd name="connsiteX93" fmla="*/ 4267591 w 4267591"/>
              <a:gd name="connsiteY93" fmla="*/ 0 h 2882748"/>
              <a:gd name="connsiteX94" fmla="*/ 4196883 w 4267591"/>
              <a:gd name="connsiteY94" fmla="*/ 117608 h 2882748"/>
              <a:gd name="connsiteX95" fmla="*/ 3716201 w 4267591"/>
              <a:gd name="connsiteY95" fmla="*/ 571695 h 2882748"/>
              <a:gd name="connsiteX96" fmla="*/ 2777805 w 4267591"/>
              <a:gd name="connsiteY96" fmla="*/ 899081 h 2882748"/>
              <a:gd name="connsiteX97" fmla="*/ 2446797 w 4267591"/>
              <a:gd name="connsiteY97" fmla="*/ 1055975 h 2882748"/>
              <a:gd name="connsiteX98" fmla="*/ 2900281 w 4267591"/>
              <a:gd name="connsiteY98" fmla="*/ 1035018 h 2882748"/>
              <a:gd name="connsiteX99" fmla="*/ 3146182 w 4267591"/>
              <a:gd name="connsiteY99" fmla="*/ 1085105 h 2882748"/>
              <a:gd name="connsiteX100" fmla="*/ 3214189 w 4267591"/>
              <a:gd name="connsiteY100" fmla="*/ 1402718 h 2882748"/>
              <a:gd name="connsiteX101" fmla="*/ 3086344 w 4267591"/>
              <a:gd name="connsiteY101" fmla="*/ 1546472 h 2882748"/>
              <a:gd name="connsiteX102" fmla="*/ 3211267 w 4267591"/>
              <a:gd name="connsiteY102" fmla="*/ 1568873 h 2882748"/>
              <a:gd name="connsiteX103" fmla="*/ 3927914 w 4267591"/>
              <a:gd name="connsiteY103" fmla="*/ 1904073 h 2882748"/>
              <a:gd name="connsiteX104" fmla="*/ 4063227 w 4267591"/>
              <a:gd name="connsiteY104" fmla="*/ 2175596 h 2882748"/>
              <a:gd name="connsiteX105" fmla="*/ 2394808 w 4267591"/>
              <a:gd name="connsiteY105" fmla="*/ 1935259 h 2882748"/>
              <a:gd name="connsiteX106" fmla="*/ 2062377 w 4267591"/>
              <a:gd name="connsiteY106" fmla="*/ 1802662 h 2882748"/>
              <a:gd name="connsiteX107" fmla="*/ 1716334 w 4267591"/>
              <a:gd name="connsiteY107" fmla="*/ 1804077 h 2882748"/>
              <a:gd name="connsiteX108" fmla="*/ 983200 w 4267591"/>
              <a:gd name="connsiteY108" fmla="*/ 1741413 h 2882748"/>
              <a:gd name="connsiteX109" fmla="*/ 804660 w 4267591"/>
              <a:gd name="connsiteY109" fmla="*/ 1734159 h 2882748"/>
              <a:gd name="connsiteX110" fmla="*/ 55558 w 4267591"/>
              <a:gd name="connsiteY110" fmla="*/ 1914988 h 2882748"/>
              <a:gd name="connsiteX111" fmla="*/ 8924 w 4267591"/>
              <a:gd name="connsiteY111" fmla="*/ 1934264 h 2882748"/>
              <a:gd name="connsiteX112" fmla="*/ 0 w 4267591"/>
              <a:gd name="connsiteY112" fmla="*/ 1939129 h 2882748"/>
              <a:gd name="connsiteX113" fmla="*/ 0 w 4267591"/>
              <a:gd name="connsiteY113" fmla="*/ 1841344 h 2882748"/>
              <a:gd name="connsiteX114" fmla="*/ 9691 w 4267591"/>
              <a:gd name="connsiteY114" fmla="*/ 1837644 h 2882748"/>
              <a:gd name="connsiteX115" fmla="*/ 51235 w 4267591"/>
              <a:gd name="connsiteY115" fmla="*/ 1805797 h 2882748"/>
              <a:gd name="connsiteX116" fmla="*/ 167264 w 4267591"/>
              <a:gd name="connsiteY116" fmla="*/ 1687327 h 2882748"/>
              <a:gd name="connsiteX117" fmla="*/ 314090 w 4267591"/>
              <a:gd name="connsiteY117" fmla="*/ 1581932 h 2882748"/>
              <a:gd name="connsiteX118" fmla="*/ 1249671 w 4267591"/>
              <a:gd name="connsiteY118" fmla="*/ 638506 h 2882748"/>
              <a:gd name="connsiteX119" fmla="*/ 1837405 w 4267591"/>
              <a:gd name="connsiteY119" fmla="*/ 113171 h 288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4267591" h="2882748">
                <a:moveTo>
                  <a:pt x="0" y="2134758"/>
                </a:moveTo>
                <a:lnTo>
                  <a:pt x="135092" y="2175020"/>
                </a:lnTo>
                <a:cubicBezTo>
                  <a:pt x="247893" y="2208938"/>
                  <a:pt x="359897" y="2244319"/>
                  <a:pt x="469981" y="2285030"/>
                </a:cubicBezTo>
                <a:cubicBezTo>
                  <a:pt x="688734" y="2365982"/>
                  <a:pt x="926780" y="2389580"/>
                  <a:pt x="1134527" y="2529385"/>
                </a:cubicBezTo>
                <a:cubicBezTo>
                  <a:pt x="1111293" y="2536105"/>
                  <a:pt x="1084314" y="2554145"/>
                  <a:pt x="1064635" y="2548225"/>
                </a:cubicBezTo>
                <a:cubicBezTo>
                  <a:pt x="814362" y="2472495"/>
                  <a:pt x="566898" y="2388275"/>
                  <a:pt x="315785" y="2316034"/>
                </a:cubicBezTo>
                <a:cubicBezTo>
                  <a:pt x="226713" y="2290482"/>
                  <a:pt x="136892" y="2266722"/>
                  <a:pt x="46569" y="2245309"/>
                </a:cubicBezTo>
                <a:lnTo>
                  <a:pt x="0" y="2235619"/>
                </a:lnTo>
                <a:close/>
                <a:moveTo>
                  <a:pt x="0" y="1967372"/>
                </a:moveTo>
                <a:lnTo>
                  <a:pt x="232045" y="2009953"/>
                </a:lnTo>
                <a:cubicBezTo>
                  <a:pt x="320878" y="2026276"/>
                  <a:pt x="408499" y="2042942"/>
                  <a:pt x="495583" y="2061706"/>
                </a:cubicBezTo>
                <a:cubicBezTo>
                  <a:pt x="618442" y="2088448"/>
                  <a:pt x="738499" y="2128393"/>
                  <a:pt x="860985" y="2157208"/>
                </a:cubicBezTo>
                <a:cubicBezTo>
                  <a:pt x="1103133" y="2213900"/>
                  <a:pt x="1297707" y="2355605"/>
                  <a:pt x="1490314" y="2502311"/>
                </a:cubicBezTo>
                <a:cubicBezTo>
                  <a:pt x="1510009" y="2517660"/>
                  <a:pt x="1528110" y="2535934"/>
                  <a:pt x="1544328" y="2555153"/>
                </a:cubicBezTo>
                <a:cubicBezTo>
                  <a:pt x="1619298" y="2646068"/>
                  <a:pt x="1613092" y="2705575"/>
                  <a:pt x="1509378" y="2760287"/>
                </a:cubicBezTo>
                <a:cubicBezTo>
                  <a:pt x="1356960" y="2840889"/>
                  <a:pt x="1196693" y="2899717"/>
                  <a:pt x="1018130" y="2878317"/>
                </a:cubicBezTo>
                <a:cubicBezTo>
                  <a:pt x="700936" y="2839694"/>
                  <a:pt x="389321" y="2782077"/>
                  <a:pt x="97977" y="2657869"/>
                </a:cubicBezTo>
                <a:lnTo>
                  <a:pt x="0" y="2611661"/>
                </a:lnTo>
                <a:lnTo>
                  <a:pt x="0" y="2522575"/>
                </a:lnTo>
                <a:lnTo>
                  <a:pt x="36179" y="2540947"/>
                </a:lnTo>
                <a:cubicBezTo>
                  <a:pt x="98865" y="2569652"/>
                  <a:pt x="162521" y="2595839"/>
                  <a:pt x="227168" y="2619861"/>
                </a:cubicBezTo>
                <a:cubicBezTo>
                  <a:pt x="491407" y="2717831"/>
                  <a:pt x="766881" y="2781841"/>
                  <a:pt x="1049720" y="2803693"/>
                </a:cubicBezTo>
                <a:cubicBezTo>
                  <a:pt x="1216976" y="2816618"/>
                  <a:pt x="1364079" y="2764406"/>
                  <a:pt x="1522759" y="2657300"/>
                </a:cubicBezTo>
                <a:cubicBezTo>
                  <a:pt x="1454327" y="2593064"/>
                  <a:pt x="1404813" y="2529467"/>
                  <a:pt x="1341031" y="2488140"/>
                </a:cubicBezTo>
                <a:cubicBezTo>
                  <a:pt x="965455" y="2245805"/>
                  <a:pt x="550818" y="2128773"/>
                  <a:pt x="116573" y="2081431"/>
                </a:cubicBezTo>
                <a:lnTo>
                  <a:pt x="0" y="2071355"/>
                </a:lnTo>
                <a:close/>
                <a:moveTo>
                  <a:pt x="2401892" y="1751418"/>
                </a:moveTo>
                <a:cubicBezTo>
                  <a:pt x="2380659" y="1753882"/>
                  <a:pt x="2353750" y="1764838"/>
                  <a:pt x="2313603" y="1773156"/>
                </a:cubicBezTo>
                <a:cubicBezTo>
                  <a:pt x="2752497" y="2089138"/>
                  <a:pt x="3685183" y="2174215"/>
                  <a:pt x="3736159" y="2098816"/>
                </a:cubicBezTo>
                <a:cubicBezTo>
                  <a:pt x="3681320" y="2058894"/>
                  <a:pt x="2852539" y="1864508"/>
                  <a:pt x="2421513" y="1752198"/>
                </a:cubicBezTo>
                <a:cubicBezTo>
                  <a:pt x="2415417" y="1750720"/>
                  <a:pt x="2408970" y="1750597"/>
                  <a:pt x="2401892" y="1751418"/>
                </a:cubicBezTo>
                <a:close/>
                <a:moveTo>
                  <a:pt x="2910248" y="1665762"/>
                </a:moveTo>
                <a:cubicBezTo>
                  <a:pt x="2826286" y="1667679"/>
                  <a:pt x="2751312" y="1681882"/>
                  <a:pt x="2693521" y="1712957"/>
                </a:cubicBezTo>
                <a:cubicBezTo>
                  <a:pt x="3023533" y="1861399"/>
                  <a:pt x="3770067" y="2002973"/>
                  <a:pt x="3841143" y="1959708"/>
                </a:cubicBezTo>
                <a:cubicBezTo>
                  <a:pt x="3806676" y="1879835"/>
                  <a:pt x="3274081" y="1657452"/>
                  <a:pt x="2910248" y="1665762"/>
                </a:cubicBezTo>
                <a:close/>
                <a:moveTo>
                  <a:pt x="2919895" y="1115054"/>
                </a:moveTo>
                <a:cubicBezTo>
                  <a:pt x="2655211" y="1144481"/>
                  <a:pt x="2390336" y="1172588"/>
                  <a:pt x="2125748" y="1202674"/>
                </a:cubicBezTo>
                <a:cubicBezTo>
                  <a:pt x="2086040" y="1207055"/>
                  <a:pt x="2046728" y="1223505"/>
                  <a:pt x="2007109" y="1223832"/>
                </a:cubicBezTo>
                <a:cubicBezTo>
                  <a:pt x="1713676" y="1226414"/>
                  <a:pt x="1486960" y="1393190"/>
                  <a:pt x="1247864" y="1530087"/>
                </a:cubicBezTo>
                <a:cubicBezTo>
                  <a:pt x="1241000" y="1533773"/>
                  <a:pt x="1237913" y="1544997"/>
                  <a:pt x="1226462" y="1563493"/>
                </a:cubicBezTo>
                <a:cubicBezTo>
                  <a:pt x="1789476" y="1476879"/>
                  <a:pt x="2803826" y="1321787"/>
                  <a:pt x="2881638" y="1311235"/>
                </a:cubicBezTo>
                <a:cubicBezTo>
                  <a:pt x="2904030" y="1308005"/>
                  <a:pt x="2936572" y="1351817"/>
                  <a:pt x="2936572" y="1351817"/>
                </a:cubicBezTo>
                <a:cubicBezTo>
                  <a:pt x="2648787" y="1412198"/>
                  <a:pt x="2378604" y="1473408"/>
                  <a:pt x="2102826" y="1509825"/>
                </a:cubicBezTo>
                <a:cubicBezTo>
                  <a:pt x="1825072" y="1546526"/>
                  <a:pt x="1544201" y="1575593"/>
                  <a:pt x="1245458" y="1667199"/>
                </a:cubicBezTo>
                <a:cubicBezTo>
                  <a:pt x="1578446" y="1738407"/>
                  <a:pt x="1883155" y="1725439"/>
                  <a:pt x="2186119" y="1681732"/>
                </a:cubicBezTo>
                <a:cubicBezTo>
                  <a:pt x="2378435" y="1653988"/>
                  <a:pt x="2572052" y="1616623"/>
                  <a:pt x="2756600" y="1558336"/>
                </a:cubicBezTo>
                <a:cubicBezTo>
                  <a:pt x="2920548" y="1506387"/>
                  <a:pt x="3093043" y="1443775"/>
                  <a:pt x="3162185" y="1256614"/>
                </a:cubicBezTo>
                <a:cubicBezTo>
                  <a:pt x="3114378" y="1144263"/>
                  <a:pt x="3033091" y="1102767"/>
                  <a:pt x="2919895" y="1115054"/>
                </a:cubicBezTo>
                <a:close/>
                <a:moveTo>
                  <a:pt x="0" y="681959"/>
                </a:moveTo>
                <a:lnTo>
                  <a:pt x="28001" y="697524"/>
                </a:lnTo>
                <a:cubicBezTo>
                  <a:pt x="49725" y="716454"/>
                  <a:pt x="63111" y="743997"/>
                  <a:pt x="66082" y="776244"/>
                </a:cubicBezTo>
                <a:cubicBezTo>
                  <a:pt x="77189" y="890520"/>
                  <a:pt x="87170" y="1006306"/>
                  <a:pt x="13562" y="1111244"/>
                </a:cubicBezTo>
                <a:lnTo>
                  <a:pt x="0" y="1128554"/>
                </a:lnTo>
                <a:close/>
                <a:moveTo>
                  <a:pt x="2203267" y="26463"/>
                </a:moveTo>
                <a:cubicBezTo>
                  <a:pt x="2144469" y="27840"/>
                  <a:pt x="2095401" y="62583"/>
                  <a:pt x="2047374" y="86186"/>
                </a:cubicBezTo>
                <a:cubicBezTo>
                  <a:pt x="1763675" y="226150"/>
                  <a:pt x="1528451" y="427164"/>
                  <a:pt x="1322563" y="668412"/>
                </a:cubicBezTo>
                <a:cubicBezTo>
                  <a:pt x="1122967" y="902015"/>
                  <a:pt x="913285" y="1126294"/>
                  <a:pt x="701249" y="1348218"/>
                </a:cubicBezTo>
                <a:cubicBezTo>
                  <a:pt x="604859" y="1449032"/>
                  <a:pt x="491877" y="1532703"/>
                  <a:pt x="386156" y="1624759"/>
                </a:cubicBezTo>
                <a:cubicBezTo>
                  <a:pt x="1010012" y="1340055"/>
                  <a:pt x="1511447" y="896500"/>
                  <a:pt x="1967804" y="396793"/>
                </a:cubicBezTo>
                <a:cubicBezTo>
                  <a:pt x="2030450" y="434916"/>
                  <a:pt x="2018270" y="466990"/>
                  <a:pt x="1984442" y="498145"/>
                </a:cubicBezTo>
                <a:cubicBezTo>
                  <a:pt x="1710906" y="750499"/>
                  <a:pt x="1470182" y="1039217"/>
                  <a:pt x="1156574" y="1246824"/>
                </a:cubicBezTo>
                <a:cubicBezTo>
                  <a:pt x="946657" y="1385576"/>
                  <a:pt x="738437" y="1526777"/>
                  <a:pt x="530122" y="1667318"/>
                </a:cubicBezTo>
                <a:cubicBezTo>
                  <a:pt x="514799" y="1677613"/>
                  <a:pt x="502024" y="1691583"/>
                  <a:pt x="463307" y="1726138"/>
                </a:cubicBezTo>
                <a:cubicBezTo>
                  <a:pt x="528693" y="1713337"/>
                  <a:pt x="579708" y="1717430"/>
                  <a:pt x="590405" y="1698370"/>
                </a:cubicBezTo>
                <a:cubicBezTo>
                  <a:pt x="641358" y="1608827"/>
                  <a:pt x="733516" y="1623154"/>
                  <a:pt x="809789" y="1592612"/>
                </a:cubicBezTo>
                <a:cubicBezTo>
                  <a:pt x="1317648" y="1389320"/>
                  <a:pt x="1783816" y="1130061"/>
                  <a:pt x="2068235" y="631578"/>
                </a:cubicBezTo>
                <a:cubicBezTo>
                  <a:pt x="2158880" y="472306"/>
                  <a:pt x="2229752" y="306454"/>
                  <a:pt x="2262105" y="125274"/>
                </a:cubicBezTo>
                <a:cubicBezTo>
                  <a:pt x="2267422" y="96885"/>
                  <a:pt x="2264455" y="66995"/>
                  <a:pt x="2265630" y="37856"/>
                </a:cubicBezTo>
                <a:cubicBezTo>
                  <a:pt x="2243547" y="29252"/>
                  <a:pt x="2222866" y="26004"/>
                  <a:pt x="2203267" y="26463"/>
                </a:cubicBezTo>
                <a:close/>
                <a:moveTo>
                  <a:pt x="2051856" y="0"/>
                </a:moveTo>
                <a:lnTo>
                  <a:pt x="2335286" y="0"/>
                </a:lnTo>
                <a:lnTo>
                  <a:pt x="2350174" y="20880"/>
                </a:lnTo>
                <a:cubicBezTo>
                  <a:pt x="2370139" y="76045"/>
                  <a:pt x="2344286" y="138009"/>
                  <a:pt x="2331394" y="195450"/>
                </a:cubicBezTo>
                <a:cubicBezTo>
                  <a:pt x="2283002" y="409934"/>
                  <a:pt x="2191666" y="606360"/>
                  <a:pt x="2063312" y="783873"/>
                </a:cubicBezTo>
                <a:cubicBezTo>
                  <a:pt x="1973739" y="908633"/>
                  <a:pt x="1874460" y="1026706"/>
                  <a:pt x="1769279" y="1159780"/>
                </a:cubicBezTo>
                <a:cubicBezTo>
                  <a:pt x="1892535" y="1142673"/>
                  <a:pt x="2006127" y="1142454"/>
                  <a:pt x="2107521" y="1108963"/>
                </a:cubicBezTo>
                <a:cubicBezTo>
                  <a:pt x="2220487" y="1071780"/>
                  <a:pt x="2323708" y="1004339"/>
                  <a:pt x="2430619" y="948494"/>
                </a:cubicBezTo>
                <a:cubicBezTo>
                  <a:pt x="2455631" y="935453"/>
                  <a:pt x="2494465" y="915702"/>
                  <a:pt x="2496219" y="895238"/>
                </a:cubicBezTo>
                <a:cubicBezTo>
                  <a:pt x="2508370" y="788386"/>
                  <a:pt x="2598965" y="768580"/>
                  <a:pt x="2669192" y="724088"/>
                </a:cubicBezTo>
                <a:cubicBezTo>
                  <a:pt x="2757939" y="668169"/>
                  <a:pt x="2850741" y="617052"/>
                  <a:pt x="2929776" y="549732"/>
                </a:cubicBezTo>
                <a:cubicBezTo>
                  <a:pt x="3029863" y="465227"/>
                  <a:pt x="3118730" y="368193"/>
                  <a:pt x="3210049" y="274173"/>
                </a:cubicBezTo>
                <a:cubicBezTo>
                  <a:pt x="3267476" y="215529"/>
                  <a:pt x="3325157" y="157184"/>
                  <a:pt x="3383761" y="99928"/>
                </a:cubicBezTo>
                <a:lnTo>
                  <a:pt x="3490563" y="0"/>
                </a:lnTo>
                <a:lnTo>
                  <a:pt x="3605978" y="0"/>
                </a:lnTo>
                <a:lnTo>
                  <a:pt x="3458563" y="137538"/>
                </a:lnTo>
                <a:cubicBezTo>
                  <a:pt x="3406397" y="188455"/>
                  <a:pt x="3355111" y="240446"/>
                  <a:pt x="3304191" y="292930"/>
                </a:cubicBezTo>
                <a:cubicBezTo>
                  <a:pt x="3168997" y="432355"/>
                  <a:pt x="3033051" y="571214"/>
                  <a:pt x="2897104" y="710073"/>
                </a:cubicBezTo>
                <a:cubicBezTo>
                  <a:pt x="3271787" y="613576"/>
                  <a:pt x="3532055" y="362462"/>
                  <a:pt x="3766184" y="69979"/>
                </a:cubicBezTo>
                <a:cubicBezTo>
                  <a:pt x="3828419" y="142521"/>
                  <a:pt x="3781712" y="182271"/>
                  <a:pt x="3750328" y="211725"/>
                </a:cubicBezTo>
                <a:cubicBezTo>
                  <a:pt x="3608446" y="346725"/>
                  <a:pt x="3462414" y="476260"/>
                  <a:pt x="3318080" y="608245"/>
                </a:cubicBezTo>
                <a:cubicBezTo>
                  <a:pt x="3301448" y="623445"/>
                  <a:pt x="3286323" y="639775"/>
                  <a:pt x="3254471" y="670645"/>
                </a:cubicBezTo>
                <a:cubicBezTo>
                  <a:pt x="3655467" y="551487"/>
                  <a:pt x="3975215" y="358490"/>
                  <a:pt x="4175741" y="5506"/>
                </a:cubicBezTo>
                <a:lnTo>
                  <a:pt x="4178513" y="0"/>
                </a:lnTo>
                <a:lnTo>
                  <a:pt x="4267591" y="0"/>
                </a:lnTo>
                <a:lnTo>
                  <a:pt x="4196883" y="117608"/>
                </a:lnTo>
                <a:cubicBezTo>
                  <a:pt x="4072919" y="301445"/>
                  <a:pt x="3920352" y="459377"/>
                  <a:pt x="3716201" y="571695"/>
                </a:cubicBezTo>
                <a:cubicBezTo>
                  <a:pt x="3420870" y="733548"/>
                  <a:pt x="3099527" y="817634"/>
                  <a:pt x="2777805" y="899081"/>
                </a:cubicBezTo>
                <a:cubicBezTo>
                  <a:pt x="2654572" y="930333"/>
                  <a:pt x="2549256" y="983254"/>
                  <a:pt x="2446797" y="1055975"/>
                </a:cubicBezTo>
                <a:cubicBezTo>
                  <a:pt x="2599913" y="1054771"/>
                  <a:pt x="2749800" y="1035842"/>
                  <a:pt x="2900281" y="1035018"/>
                </a:cubicBezTo>
                <a:cubicBezTo>
                  <a:pt x="2982910" y="1034551"/>
                  <a:pt x="3071966" y="1050673"/>
                  <a:pt x="3146182" y="1085105"/>
                </a:cubicBezTo>
                <a:cubicBezTo>
                  <a:pt x="3273707" y="1144184"/>
                  <a:pt x="3299549" y="1290694"/>
                  <a:pt x="3214189" y="1402718"/>
                </a:cubicBezTo>
                <a:cubicBezTo>
                  <a:pt x="3177941" y="1449717"/>
                  <a:pt x="3135567" y="1491537"/>
                  <a:pt x="3086344" y="1546472"/>
                </a:cubicBezTo>
                <a:cubicBezTo>
                  <a:pt x="3135391" y="1555565"/>
                  <a:pt x="3172956" y="1564294"/>
                  <a:pt x="3211267" y="1568873"/>
                </a:cubicBezTo>
                <a:cubicBezTo>
                  <a:pt x="3486503" y="1603274"/>
                  <a:pt x="3709787" y="1748249"/>
                  <a:pt x="3927914" y="1904073"/>
                </a:cubicBezTo>
                <a:cubicBezTo>
                  <a:pt x="4026847" y="1974687"/>
                  <a:pt x="4088431" y="2052038"/>
                  <a:pt x="4063227" y="2175596"/>
                </a:cubicBezTo>
                <a:cubicBezTo>
                  <a:pt x="4040888" y="2267748"/>
                  <a:pt x="2840535" y="2228697"/>
                  <a:pt x="2394808" y="1935259"/>
                </a:cubicBezTo>
                <a:cubicBezTo>
                  <a:pt x="2296731" y="1870583"/>
                  <a:pt x="2177887" y="1825072"/>
                  <a:pt x="2062377" y="1802662"/>
                </a:cubicBezTo>
                <a:cubicBezTo>
                  <a:pt x="1951103" y="1781660"/>
                  <a:pt x="1831900" y="1803573"/>
                  <a:pt x="1716334" y="1804077"/>
                </a:cubicBezTo>
                <a:cubicBezTo>
                  <a:pt x="1470424" y="1805193"/>
                  <a:pt x="1224054" y="1812439"/>
                  <a:pt x="983200" y="1741413"/>
                </a:cubicBezTo>
                <a:cubicBezTo>
                  <a:pt x="927742" y="1725160"/>
                  <a:pt x="861293" y="1721272"/>
                  <a:pt x="804660" y="1734159"/>
                </a:cubicBezTo>
                <a:cubicBezTo>
                  <a:pt x="553854" y="1789879"/>
                  <a:pt x="304754" y="1852763"/>
                  <a:pt x="55558" y="1914988"/>
                </a:cubicBezTo>
                <a:cubicBezTo>
                  <a:pt x="39661" y="1918966"/>
                  <a:pt x="24379" y="1926055"/>
                  <a:pt x="8924" y="1934264"/>
                </a:cubicBezTo>
                <a:lnTo>
                  <a:pt x="0" y="1939129"/>
                </a:lnTo>
                <a:lnTo>
                  <a:pt x="0" y="1841344"/>
                </a:lnTo>
                <a:lnTo>
                  <a:pt x="9691" y="1837644"/>
                </a:lnTo>
                <a:cubicBezTo>
                  <a:pt x="33131" y="1827104"/>
                  <a:pt x="51251" y="1815227"/>
                  <a:pt x="51235" y="1805797"/>
                </a:cubicBezTo>
                <a:cubicBezTo>
                  <a:pt x="50054" y="1718385"/>
                  <a:pt x="125065" y="1721037"/>
                  <a:pt x="167264" y="1687327"/>
                </a:cubicBezTo>
                <a:cubicBezTo>
                  <a:pt x="214257" y="1649558"/>
                  <a:pt x="268700" y="1621492"/>
                  <a:pt x="314090" y="1581932"/>
                </a:cubicBezTo>
                <a:cubicBezTo>
                  <a:pt x="649297" y="1291036"/>
                  <a:pt x="976586" y="991852"/>
                  <a:pt x="1249671" y="638506"/>
                </a:cubicBezTo>
                <a:cubicBezTo>
                  <a:pt x="1414550" y="425238"/>
                  <a:pt x="1611414" y="250178"/>
                  <a:pt x="1837405" y="113171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: Form 12">
            <a:extLst>
              <a:ext uri="{FF2B5EF4-FFF2-40B4-BE49-F238E27FC236}">
                <a16:creationId xmlns:a16="http://schemas.microsoft.com/office/drawing/2014/main" id="{8E1AE81E-772F-B009-AF15-C0FC06051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30567" y="1187801"/>
            <a:ext cx="1678579" cy="5460561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 algn="l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436A1765-4F66-C345-840A-D6C73BD96B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8856" y="914400"/>
            <a:ext cx="3867912" cy="5029200"/>
          </a:xfrm>
        </p:spPr>
        <p:txBody>
          <a:bodyPr rtlCol="0" anchor="ctr">
            <a:normAutofit/>
          </a:bodyPr>
          <a:lstStyle>
            <a:lvl1pPr marL="0" indent="0">
              <a:buFont typeface="Courier New" panose="02070309020205020404" pitchFamily="49" charset="0"/>
              <a:buNone/>
              <a:defRPr lang="de-DE" sz="2000" cap="all" baseline="0"/>
            </a:lvl1pPr>
            <a:lvl2pPr marL="0" indent="0">
              <a:spcBef>
                <a:spcPts val="1000"/>
              </a:spcBef>
              <a:buFont typeface="Courier New" panose="02070309020205020404" pitchFamily="49" charset="0"/>
              <a:buNone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65715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ADCC72F6-C144-5508-40C5-E1B3FC085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4" name="Freihandform: Form 3">
              <a:extLst>
                <a:ext uri="{FF2B5EF4-FFF2-40B4-BE49-F238E27FC236}">
                  <a16:creationId xmlns:a16="http://schemas.microsoft.com/office/drawing/2014/main" id="{FF76D2EA-2C6E-B0B2-DC0D-F9EF636E5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90315871-F40F-D512-8E3F-B40F36BD4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Freihandform: Form 5">
            <a:extLst>
              <a:ext uri="{FF2B5EF4-FFF2-40B4-BE49-F238E27FC236}">
                <a16:creationId xmlns:a16="http://schemas.microsoft.com/office/drawing/2014/main" id="{10C11C1A-EFCF-278A-D083-93F07D4DE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332231" y="4321742"/>
            <a:ext cx="1859768" cy="253625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5B1E4400-E511-F21B-0AFD-0D362BA52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178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F3B57D9-86AF-A333-72B5-F387677E3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6097B-2AAF-BB62-EE1B-3B3DA29D3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E44B38-E59B-D511-CC7B-CC87760C7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5760" y="6464808"/>
            <a:ext cx="987552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C4DA96-9345-993B-EDB3-7477F7A1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79976" y="6464808"/>
            <a:ext cx="3438144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2B7E2D-2283-8730-5E1E-7F19B1CD9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AA994521-4157-D242-5242-0C3BD99E8EA8}"/>
              </a:ext>
            </a:extLst>
          </p:cNvPr>
          <p:cNvCxnSpPr>
            <a:cxnSpLocks/>
            <a:endCxn id="6" idx="1"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003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51" r:id="rId4"/>
    <p:sldLayoutId id="2147483676" r:id="rId5"/>
    <p:sldLayoutId id="2147483661" r:id="rId6"/>
    <p:sldLayoutId id="2147483670" r:id="rId7"/>
    <p:sldLayoutId id="2147483678" r:id="rId8"/>
    <p:sldLayoutId id="2147483664" r:id="rId9"/>
    <p:sldLayoutId id="2147483680" r:id="rId10"/>
    <p:sldLayoutId id="2147483681" r:id="rId11"/>
    <p:sldLayoutId id="2147483682" r:id="rId12"/>
    <p:sldLayoutId id="2147483666" r:id="rId13"/>
    <p:sldLayoutId id="214748365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5" Type="http://schemas.openxmlformats.org/officeDocument/2006/relationships/customXml" Target="../ink/ink2.xml"/><Relationship Id="rId4" Type="http://schemas.openxmlformats.org/officeDocument/2006/relationships/image" Target="../media/image5.png"/><Relationship Id="rId9" Type="http://schemas.openxmlformats.org/officeDocument/2006/relationships/customXml" Target="../ink/ink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92719-D5D9-FEC2-B9D6-942BD020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45A4A65-E8B8-40CF-7ABD-97EA8FA97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defPPr>
              <a:defRPr lang="de-DE"/>
            </a:defPPr>
          </a:lstStyle>
          <a:p>
            <a:pPr rtl="0"/>
            <a:r>
              <a:rPr lang="de-DE" dirty="0"/>
              <a:t>Intro HTML &amp; CSS</a:t>
            </a:r>
          </a:p>
        </p:txBody>
      </p:sp>
    </p:spTree>
    <p:extLst>
      <p:ext uri="{BB962C8B-B14F-4D97-AF65-F5344CB8AC3E}">
        <p14:creationId xmlns:p14="http://schemas.microsoft.com/office/powerpoint/2010/main" val="1338167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46C7B-D29F-368C-FEEC-CDFA125F8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67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Tagesordnung</a:t>
            </a:r>
          </a:p>
        </p:txBody>
      </p:sp>
      <p:graphicFrame>
        <p:nvGraphicFramePr>
          <p:cNvPr id="6" name="Tabelle 4">
            <a:extLst>
              <a:ext uri="{FF2B5EF4-FFF2-40B4-BE49-F238E27FC236}">
                <a16:creationId xmlns:a16="http://schemas.microsoft.com/office/drawing/2014/main" id="{0D6FB95E-6987-A57C-3663-3FD6F6FAC2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9289178"/>
              </p:ext>
            </p:extLst>
          </p:nvPr>
        </p:nvGraphicFramePr>
        <p:xfrm>
          <a:off x="6869113" y="1143000"/>
          <a:ext cx="4190999" cy="4614818"/>
        </p:xfrm>
        <a:graphic>
          <a:graphicData uri="http://schemas.openxmlformats.org/drawingml/2006/table">
            <a:tbl>
              <a:tblPr firstRow="1" bandRow="1"/>
              <a:tblGrid>
                <a:gridCol w="4190999">
                  <a:extLst>
                    <a:ext uri="{9D8B030D-6E8A-4147-A177-3AD203B41FA5}">
                      <a16:colId xmlns:a16="http://schemas.microsoft.com/office/drawing/2014/main" val="1563570424"/>
                    </a:ext>
                  </a:extLst>
                </a:gridCol>
              </a:tblGrid>
              <a:tr h="78279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>
                          <a:latin typeface="+mn-lt"/>
                          <a:cs typeface="Gill Sans Light" panose="020B0302020104020203" pitchFamily="34" charset="-79"/>
                        </a:rPr>
                        <a:t>Was sind HTML und CSS ?</a:t>
                      </a:r>
                    </a:p>
                    <a:p>
                      <a:pPr algn="r" rtl="0"/>
                      <a:r>
                        <a:rPr lang="de-DE" sz="2400" b="0" dirty="0">
                          <a:latin typeface="+mj-lt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89471877"/>
                  </a:ext>
                </a:extLst>
              </a:tr>
              <a:tr h="97900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Wie funktioniert HTML ?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6238222"/>
                  </a:ext>
                </a:extLst>
              </a:tr>
              <a:tr h="99898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Übung HTML: Visitenkarte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24452646"/>
                  </a:ext>
                </a:extLst>
              </a:tr>
              <a:tr h="95902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Wie funktioniert CSS ?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 6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0977400"/>
                  </a:ext>
                </a:extLst>
              </a:tr>
              <a:tr h="854835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Übung CSS: Visitenkarte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56376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78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03EE45-3924-5A20-4FDE-7EA6BBEBD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Was sind HTML und CSS ?</a:t>
            </a:r>
          </a:p>
        </p:txBody>
      </p:sp>
      <p:pic>
        <p:nvPicPr>
          <p:cNvPr id="6" name="Bildplatzhalter 5" descr="Ein Bild, das Schwarz, Dunkelheit enthält.&#10;&#10;KI-generierte Inhalte können fehlerhaft sein.">
            <a:extLst>
              <a:ext uri="{FF2B5EF4-FFF2-40B4-BE49-F238E27FC236}">
                <a16:creationId xmlns:a16="http://schemas.microsoft.com/office/drawing/2014/main" id="{93CA388F-1F41-9B55-6BE8-6A9CDC80B14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29549" r="2954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222324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A7BE12AD-D808-BDE0-3EB8-5BC50B1D8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HTML und CSS sind…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CFDA37B-399A-B9F0-7A7D-2A891EB7FFA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TEXT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CD348E-9357-0442-4555-AF6B4AFE34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66913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2A3D95EF-8A67-7F71-37EF-9EB02511B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HTML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C7846849-DC0A-EE3B-2E5E-D669EC1273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Die Grundlage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6717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319B3-B216-2D3A-24C4-94B76D02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36A0DC9E-9A6C-9637-0AD9-5486FAD07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72A5B79D-316C-6D0A-9A30-7C98FDD285C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HTML ist eine Programmiersprache für Webseiten</a:t>
            </a:r>
          </a:p>
          <a:p>
            <a:pPr rtl="0"/>
            <a:r>
              <a:rPr lang="de-DE" sz="2200" dirty="0"/>
              <a:t>Sie beschreibt das „Grundgerüst“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Nicht das aussehen, nur was drin ist!</a:t>
            </a:r>
          </a:p>
          <a:p>
            <a:pPr rtl="0"/>
            <a:r>
              <a:rPr lang="de-DE" sz="2200" dirty="0"/>
              <a:t>Benutzt „Tags“ um Inhalte zu definieren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&lt;title&gt;Ich bin ein Titel &lt;/title&gt;</a:t>
            </a:r>
          </a:p>
          <a:p>
            <a:pPr marL="457200" lvl="1" indent="0">
              <a:buNone/>
            </a:pPr>
            <a:r>
              <a:rPr lang="de-DE" sz="2200" dirty="0"/>
              <a:t>&lt;p&gt; Ich bin ein Paragraf &lt;/p&gt;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64A5C6-8EA8-665D-B655-7528B46629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6053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BBEE0-60C5-DF5E-0B2B-D1B6253B9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8DF6054A-D1D0-2D59-B5D4-E17C36005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Tags in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7048094-216E-09DC-A779-DB59D7DB5F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>
                <a:solidFill>
                  <a:srgbClr val="00B050"/>
                </a:solidFill>
              </a:rPr>
              <a:t>&lt;p 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(</a:t>
            </a:r>
            <a:r>
              <a:rPr lang="de-DE" sz="3000" dirty="0" err="1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)&gt; </a:t>
            </a:r>
            <a:r>
              <a:rPr lang="de-DE" sz="3000" dirty="0">
                <a:solidFill>
                  <a:schemeClr val="accent1">
                    <a:lumMod val="50000"/>
                  </a:schemeClr>
                </a:solidFill>
              </a:rPr>
              <a:t>Ich bin ein Paragraf </a:t>
            </a:r>
            <a:r>
              <a:rPr lang="de-DE" sz="3000" dirty="0">
                <a:solidFill>
                  <a:srgbClr val="0070C0"/>
                </a:solidFill>
              </a:rPr>
              <a:t>&lt;/p&gt;</a:t>
            </a:r>
          </a:p>
          <a:p>
            <a:pPr marL="457200" lvl="1" indent="0" algn="just">
              <a:buNone/>
            </a:pPr>
            <a:endParaRPr lang="de-DE" sz="22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r>
              <a:rPr lang="de-DE" sz="2200" dirty="0">
                <a:solidFill>
                  <a:srgbClr val="00B050"/>
                </a:solidFill>
              </a:rPr>
              <a:t>Öffnet tag	</a:t>
            </a:r>
            <a:r>
              <a:rPr lang="de-DE" sz="2200" dirty="0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2200" dirty="0">
                <a:solidFill>
                  <a:srgbClr val="00B050"/>
                </a:solidFill>
              </a:rPr>
              <a:t>	</a:t>
            </a:r>
            <a:r>
              <a:rPr lang="de-DE" sz="2200" dirty="0">
                <a:solidFill>
                  <a:schemeClr val="accent1">
                    <a:lumMod val="50000"/>
                  </a:schemeClr>
                </a:solidFill>
              </a:rPr>
              <a:t>Inhalt		</a:t>
            </a:r>
            <a:r>
              <a:rPr lang="de-DE" sz="2200" dirty="0">
                <a:solidFill>
                  <a:srgbClr val="0070C0"/>
                </a:solidFill>
              </a:rPr>
              <a:t>Schließt Tag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742DBCF-3748-1B03-DC1B-0B1C4DD47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7</a:t>
            </a:fld>
            <a:endParaRPr lang="de-DE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14:cNvPr>
              <p14:cNvContentPartPr/>
              <p14:nvPr/>
            </p14:nvContentPartPr>
            <p14:xfrm rot="2700000">
              <a:off x="3215024" y="2920609"/>
              <a:ext cx="276592" cy="276592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3208909" y="2914494"/>
                <a:ext cx="288821" cy="28882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14:cNvPr>
              <p14:cNvContentPartPr/>
              <p14:nvPr/>
            </p14:nvContentPartPr>
            <p14:xfrm rot="2700000">
              <a:off x="4792136" y="2930281"/>
              <a:ext cx="323290" cy="323290"/>
            </p14:xfrm>
          </p:contentPart>
        </mc:Choice>
        <mc:Fallback>
          <p:pic>
            <p:nvPicPr>
              <p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2700000">
                <a:off x="4786016" y="2924161"/>
                <a:ext cx="335530" cy="3355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14:cNvPr>
              <p14:cNvContentPartPr/>
              <p14:nvPr/>
            </p14:nvContentPartPr>
            <p14:xfrm rot="2700000">
              <a:off x="7110755" y="2947475"/>
              <a:ext cx="254614" cy="254614"/>
            </p14:xfrm>
          </p:contentPart>
        </mc:Choice>
        <mc:Fallback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2700000">
                <a:off x="7104641" y="2941361"/>
                <a:ext cx="266841" cy="2668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14:cNvPr>
              <p14:cNvContentPartPr/>
              <p14:nvPr/>
            </p14:nvContentPartPr>
            <p14:xfrm rot="2700000">
              <a:off x="1843164" y="2953630"/>
              <a:ext cx="276592" cy="276592"/>
            </p14:xfrm>
          </p:contentPart>
        </mc:Choice>
        <mc:Fallback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1837049" y="2947515"/>
                <a:ext cx="288821" cy="28882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5111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259F5-1E88-4FA1-62CB-B7A500889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5ECF6636-46DE-1964-3771-EC0468421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80DDD57-D94A-22BC-055E-F39D31A2DB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Baue dir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1006211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159C-7518-AC7A-EE04-786BCFE5E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4EDBE11-50A0-5079-091A-2B0842498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CSS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7B9B256-8E86-A99F-D49E-0EB2352A4A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Das design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5444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B7937-510D-ECA9-E951-FC155760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310466A-BB5C-66C4-FAB0-31FB86A7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CSS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FFADC25-8592-3019-D5DB-4B459E52FD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CSS ist eine Programmiersprache für Webseiten</a:t>
            </a:r>
          </a:p>
          <a:p>
            <a:pPr rtl="0"/>
            <a:r>
              <a:rPr lang="de-DE" sz="2200" dirty="0"/>
              <a:t>Sie beschreibt das Design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Nur das Aussehen, Nicht was Drin ist!</a:t>
            </a:r>
          </a:p>
          <a:p>
            <a:pPr rtl="0"/>
            <a:r>
              <a:rPr lang="de-DE" sz="2200" dirty="0"/>
              <a:t>Benutzt die HTML Tags um deren Inhalte zu verändern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p</a:t>
            </a:r>
          </a:p>
          <a:p>
            <a:pPr marL="457200" lvl="1" indent="0">
              <a:buNone/>
            </a:pPr>
            <a:r>
              <a:rPr lang="de-DE" sz="2200" dirty="0"/>
              <a:t>{</a:t>
            </a:r>
          </a:p>
          <a:p>
            <a:pPr marL="457200" lvl="1" indent="0">
              <a:buNone/>
            </a:pPr>
            <a:r>
              <a:rPr lang="de-DE" sz="2200" dirty="0"/>
              <a:t>	</a:t>
            </a:r>
            <a:r>
              <a:rPr lang="de-DE" sz="2200" dirty="0" err="1"/>
              <a:t>color</a:t>
            </a:r>
            <a:r>
              <a:rPr lang="de-DE" sz="2200" dirty="0"/>
              <a:t> = </a:t>
            </a:r>
            <a:r>
              <a:rPr lang="de-DE" sz="2200" dirty="0" err="1"/>
              <a:t>black</a:t>
            </a:r>
            <a:r>
              <a:rPr lang="de-DE" sz="2200" dirty="0"/>
              <a:t>;</a:t>
            </a:r>
          </a:p>
          <a:p>
            <a:pPr marL="457200" lvl="1" indent="0">
              <a:buNone/>
            </a:pPr>
            <a:r>
              <a:rPr lang="de-DE" sz="2200" dirty="0"/>
              <a:t>}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D17B245-53A4-D1C2-DBB7-C7F7C186BD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8387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044E9-3751-D960-276F-C7D9A310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EEA0791-BC18-B8F9-B738-9C6AD860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HTML und CSS Zusammenhang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5677E03A-6A9D-5C4A-24E4-78B3AAFD50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1"/>
            <a:ext cx="8706678" cy="3904489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marL="457200" lvl="1" indent="0" algn="just">
              <a:buNone/>
            </a:pPr>
            <a:endParaRPr lang="de-DE" sz="2200" dirty="0"/>
          </a:p>
          <a:p>
            <a:pPr marL="457200" lvl="1" indent="0" algn="just">
              <a:buNone/>
            </a:pPr>
            <a:r>
              <a:rPr lang="de-DE" sz="3000" dirty="0"/>
              <a:t>In HTML:</a:t>
            </a:r>
          </a:p>
          <a:p>
            <a:pPr marL="914400" lvl="2" indent="0" algn="just">
              <a:buNone/>
            </a:pPr>
            <a:r>
              <a:rPr lang="de-DE" sz="2800" dirty="0"/>
              <a:t>&lt;</a:t>
            </a:r>
            <a:r>
              <a:rPr lang="de-DE" sz="2800" dirty="0">
                <a:solidFill>
                  <a:schemeClr val="accent1">
                    <a:lumMod val="50000"/>
                  </a:schemeClr>
                </a:solidFill>
              </a:rPr>
              <a:t>p</a:t>
            </a:r>
            <a:r>
              <a:rPr lang="de-DE" sz="2800" dirty="0"/>
              <a:t>&gt; Ich bin ein Paragraf &lt;/p&gt;</a:t>
            </a:r>
          </a:p>
          <a:p>
            <a:pPr marL="914400" lvl="2" indent="0" algn="just">
              <a:buNone/>
            </a:pPr>
            <a:endParaRPr lang="de-DE" sz="2800" dirty="0"/>
          </a:p>
          <a:p>
            <a:pPr marL="457200" lvl="1" indent="0" algn="just">
              <a:buNone/>
            </a:pPr>
            <a:r>
              <a:rPr lang="de-DE" sz="3000" dirty="0"/>
              <a:t>In CSS:</a:t>
            </a:r>
          </a:p>
          <a:p>
            <a:pPr marL="914400" lvl="2" indent="0" algn="just">
              <a:buNone/>
            </a:pPr>
            <a:r>
              <a:rPr lang="de-DE" sz="2800" dirty="0">
                <a:solidFill>
                  <a:schemeClr val="accent1">
                    <a:lumMod val="50000"/>
                  </a:schemeClr>
                </a:solidFill>
              </a:rPr>
              <a:t>p</a:t>
            </a:r>
          </a:p>
          <a:p>
            <a:pPr marL="914400" lvl="2" indent="0" algn="just">
              <a:buNone/>
            </a:pPr>
            <a:r>
              <a:rPr lang="de-DE" sz="2800" dirty="0"/>
              <a:t>{</a:t>
            </a:r>
          </a:p>
          <a:p>
            <a:pPr marL="914400" lvl="2" indent="0" algn="just">
              <a:buNone/>
            </a:pPr>
            <a:r>
              <a:rPr lang="de-DE" sz="2800" dirty="0"/>
              <a:t>	</a:t>
            </a:r>
            <a:r>
              <a:rPr lang="de-DE" sz="2800" dirty="0" err="1"/>
              <a:t>color</a:t>
            </a:r>
            <a:r>
              <a:rPr lang="de-DE" sz="2800" dirty="0"/>
              <a:t> = Yellow;</a:t>
            </a:r>
          </a:p>
          <a:p>
            <a:pPr marL="914400" lvl="2" indent="0" algn="just">
              <a:buNone/>
            </a:pPr>
            <a:r>
              <a:rPr lang="de-DE" sz="2800" dirty="0"/>
              <a:t>}</a:t>
            </a:r>
            <a:endParaRPr lang="de-DE" sz="2400" dirty="0">
              <a:solidFill>
                <a:srgbClr val="00B050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34CF8AE-4A94-4BC4-0188-FBA230BB6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4129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3BA92-5683-9246-5ACD-1131B5A06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AD6645A6-5485-6800-D8CF-4D2C1D58B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CSS Vorher - Nachher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040BDB5-F025-8DE5-2D1F-AE7192A094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1"/>
            <a:ext cx="8706678" cy="3904489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 algn="just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/>
              <a:t>Vorher</a:t>
            </a: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ctr">
              <a:buNone/>
            </a:pPr>
            <a:r>
              <a:rPr lang="de-DE" sz="2400" dirty="0"/>
              <a:t>Nachher</a:t>
            </a:r>
            <a:endParaRPr lang="de-DE" sz="2400" dirty="0">
              <a:solidFill>
                <a:srgbClr val="00B050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4BF31D6-3116-6595-F11E-35C58B987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12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3645E8D-8822-C29B-E25E-1FC71669C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959" y="3071762"/>
            <a:ext cx="3820058" cy="71447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DADE221-BFC1-8221-166B-94FF771C6E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6959" y="4986426"/>
            <a:ext cx="3788064" cy="71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769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128D8-051F-F238-6D76-43398E285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1A9E5DA-924A-3A81-BBA6-BC86D261B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9E470F8-BBB1-6DC3-C2E0-21DE32C476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Gestallte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210441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EC72-E46C-648E-AF08-8CA3D89FC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77355508-DA41-BAE5-B7C8-4186B872A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Geschafft!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BF418405-B001-7450-8FDC-DA4D13EF44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Nun wisst ihr </a:t>
            </a:r>
            <a:r>
              <a:rPr lang="de-DE" sz="1000" dirty="0"/>
              <a:t>fast</a:t>
            </a:r>
            <a:r>
              <a:rPr lang="de-DE" dirty="0"/>
              <a:t> alles für den </a:t>
            </a:r>
            <a:r>
              <a:rPr lang="de-DE" dirty="0" err="1"/>
              <a:t>avatar-maker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14415513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17">
      <a:dk1>
        <a:srgbClr val="543E34"/>
      </a:dk1>
      <a:lt1>
        <a:srgbClr val="FFFFFF"/>
      </a:lt1>
      <a:dk2>
        <a:srgbClr val="5D6A76"/>
      </a:dk2>
      <a:lt2>
        <a:srgbClr val="E5DACF"/>
      </a:lt2>
      <a:accent1>
        <a:srgbClr val="FEF3ED"/>
      </a:accent1>
      <a:accent2>
        <a:srgbClr val="AC5B4C"/>
      </a:accent2>
      <a:accent3>
        <a:srgbClr val="D0D8B6"/>
      </a:accent3>
      <a:accent4>
        <a:srgbClr val="A09D79"/>
      </a:accent4>
      <a:accent5>
        <a:srgbClr val="4E5745"/>
      </a:accent5>
      <a:accent6>
        <a:srgbClr val="D7D0CE"/>
      </a:accent6>
      <a:hlink>
        <a:srgbClr val="AC5B4C"/>
      </a:hlink>
      <a:folHlink>
        <a:srgbClr val="4E5745"/>
      </a:folHlink>
    </a:clrScheme>
    <a:fontScheme name="Custom 20">
      <a:majorFont>
        <a:latin typeface="Sagona Book"/>
        <a:ea typeface=""/>
        <a:cs typeface=""/>
      </a:majorFont>
      <a:minorFont>
        <a:latin typeface="Gill Sans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585_TF11964407_Win32" id="{688BD650-303D-48BB-9279-E5AFCA70B978}" vid="{6812C2CD-8DD4-4DA8-8C5E-C552641CF11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D8B1D1D-0064-435C-8533-29A36067B8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249AD37-9510-4A2D-B790-12C439A83F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5DF9CEC-52C2-4D14-B2F5-11176002A8B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{CCE7A5E2-7071-4A8F-B002-9EE99B4329C5}tf11964407_win32</Template>
  <TotalTime>0</TotalTime>
  <Words>252</Words>
  <Application>Microsoft Office PowerPoint</Application>
  <PresentationFormat>Breitbild</PresentationFormat>
  <Paragraphs>86</Paragraphs>
  <Slides>14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Arial</vt:lpstr>
      <vt:lpstr>Calibri</vt:lpstr>
      <vt:lpstr>Courier New</vt:lpstr>
      <vt:lpstr>Gill Sans Nova Light</vt:lpstr>
      <vt:lpstr>Sagona Book</vt:lpstr>
      <vt:lpstr>Benutzerdefiniert</vt:lpstr>
      <vt:lpstr>Intro HTML &amp; CSS</vt:lpstr>
      <vt:lpstr>Tagesordnung</vt:lpstr>
      <vt:lpstr>Was sind HTML und CSS ?</vt:lpstr>
      <vt:lpstr>HTML und CSS sind…</vt:lpstr>
      <vt:lpstr>HTML</vt:lpstr>
      <vt:lpstr>Wie funktioniert HTML</vt:lpstr>
      <vt:lpstr>Tags in HTML</vt:lpstr>
      <vt:lpstr>Übung</vt:lpstr>
      <vt:lpstr>CSS</vt:lpstr>
      <vt:lpstr>Wie funktioniert CSS</vt:lpstr>
      <vt:lpstr>HTML und CSS Zusammenhang</vt:lpstr>
      <vt:lpstr>CSS Vorher - Nachher</vt:lpstr>
      <vt:lpstr>Übung</vt:lpstr>
      <vt:lpstr>Geschafft!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Jeanette Loßau / PBG2H24A</dc:creator>
  <cp:lastModifiedBy>Jeanette Loßau / PBG2H24A</cp:lastModifiedBy>
  <cp:revision>30</cp:revision>
  <dcterms:created xsi:type="dcterms:W3CDTF">2025-12-04T19:17:04Z</dcterms:created>
  <dcterms:modified xsi:type="dcterms:W3CDTF">2025-12-04T20:24:30Z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